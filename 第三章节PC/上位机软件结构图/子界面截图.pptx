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836AB-A90B-17FB-9F51-1CE135748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339D77-2381-58E5-DE99-E397D8831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CDB7BA-995F-EFC9-0DCA-DD516ED11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3A2B-F35B-4710-9974-BD56C44B61C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0384C-73CA-E44A-9712-CEABFE22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A80AAC-1330-429B-832C-1B604CA90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0ECB2-C4BC-49E4-A705-D76FEF3A0D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003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794427-01D2-2ADD-8B6B-6B01E076C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62A97-091F-B2A0-D532-3A7198300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830608-B13B-B594-139B-662E57CC7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3A2B-F35B-4710-9974-BD56C44B61C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CE5649-A05D-616E-23DB-596BC6E8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7C372C-49C2-368F-1E46-B4A5DAEC4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0ECB2-C4BC-49E4-A705-D76FEF3A0D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463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AE878-9A0E-D1BC-84DE-47D787CA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663E8C-9CB5-4951-E119-736F83C6F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2BB6C6-DEE3-E9F3-2192-D92A506A6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3A2B-F35B-4710-9974-BD56C44B61C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BBE968-47EC-C88A-A4B2-4CBA99BE7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16E530-0078-2259-50DC-CC40027CD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0ECB2-C4BC-49E4-A705-D76FEF3A0D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108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A582CA-386A-BDAF-8118-0466DDA7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826121-AE93-2E2F-F42B-95F209DEF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A049FB-8929-C51C-51DC-1E3037D8A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4B3614-003D-4812-A75A-8889C5AF5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3A2B-F35B-4710-9974-BD56C44B61C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8BA218-B223-E0AC-66B3-41B6989D4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FF8DB4-FC59-E850-5648-452EE430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0ECB2-C4BC-49E4-A705-D76FEF3A0D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30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4B9CD4-1E1B-3E46-C9B0-6C4FEF311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D95C44-84BF-D379-613C-8CFBB4F53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8183DA-4E23-3992-C603-7CFEDB131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FCE51E-C0C5-E6E6-D0B3-B37FCD75A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A7E7639-4337-D0B2-1149-2DB3BA095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87DE28E-3F53-DC23-8355-992A7F641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3A2B-F35B-4710-9974-BD56C44B61C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B29D51F-5F63-7FE8-5E9F-418767C45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EA3CE31-64D9-AF8D-AEE0-CD59A385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0ECB2-C4BC-49E4-A705-D76FEF3A0D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061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875036-DC61-9CDD-6BB0-847615B65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2028C2A-76C8-0F80-15A4-28EA6C6E0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3A2B-F35B-4710-9974-BD56C44B61C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BEA597-E68F-17FB-F8C3-F91799DEF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5084FC-C250-86C1-A9B0-6D4C133E2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0ECB2-C4BC-49E4-A705-D76FEF3A0D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241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AF26EA-9EA3-F065-1F90-CA465B696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3A2B-F35B-4710-9974-BD56C44B61C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DDF2DD-B6C5-7429-AA54-7A3930FEE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6FC478-48BC-C51E-25D1-71AD8FA5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0ECB2-C4BC-49E4-A705-D76FEF3A0D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51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9D8821-8B0E-0C9C-27E7-6DEDA3A9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0238AD-C64E-427C-CC66-639DD6E49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840323-DBE7-C46F-513B-9E617E378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0DC913-5F1F-E91A-F91E-5CEB74455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3A2B-F35B-4710-9974-BD56C44B61C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5865BD-760C-AC57-4BFF-39899DDDA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178AE3-31F8-0122-410B-AED5DB79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0ECB2-C4BC-49E4-A705-D76FEF3A0D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453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D9F36-4E02-2ACF-641B-F2373E776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B4FEFD-1B78-FB29-3501-3EF13D7281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6876C9-DFFD-AE1A-C090-2B8C23A2C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A63EFF-8DDA-1ED8-C76D-4F9416A26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3A2B-F35B-4710-9974-BD56C44B61C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08A98C-5577-6E16-8C70-91DAF4CE2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10693E-50EC-DB92-9974-4345A0A71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0ECB2-C4BC-49E4-A705-D76FEF3A0D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59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1B1646-39AF-7B99-5403-C48061689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ABBC2D-C4FB-AFE6-CE58-250F0850D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D11D42-E507-F0C1-FF35-F11848119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3A2B-F35B-4710-9974-BD56C44B61C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7B8FDA-ED2A-C260-E91C-0561E7A3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3224A-047A-CA37-5B6B-79A2514E5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0ECB2-C4BC-49E4-A705-D76FEF3A0D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33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A04D5D5-F698-F766-8EE6-A58D868056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6BF4A5-96A8-1F45-2F27-4B39BAA6E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552B83-DE12-5423-73B3-ACF3D8121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3A2B-F35B-4710-9974-BD56C44B61C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F8E796-A7AA-3AC8-4B1E-EC0619531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0ED81E-CE34-58B4-827C-A8CD1BEFF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0ECB2-C4BC-49E4-A705-D76FEF3A0D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636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8BC08B-AD9D-F248-7F02-6AB5BC1C7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83E5FE-C973-750C-8B28-FC884247B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1620F-5045-1889-ECD6-90CCF069B8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A3A2B-F35B-4710-9974-BD56C44B61C4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8B6B5C-EBED-5E2D-641A-8AE77CDBA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66C2C8-717C-01AB-6B1A-51CDB8B0F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0ECB2-C4BC-49E4-A705-D76FEF3A0D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1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C98611B-FF01-012F-2542-F6DBB80DE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641"/>
            <a:ext cx="12192000" cy="646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58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HanHan</dc:creator>
  <cp:lastModifiedBy>HanHan</cp:lastModifiedBy>
  <cp:revision>1</cp:revision>
  <dcterms:created xsi:type="dcterms:W3CDTF">2025-12-25T08:36:40Z</dcterms:created>
  <dcterms:modified xsi:type="dcterms:W3CDTF">2025-12-25T08:40:30Z</dcterms:modified>
</cp:coreProperties>
</file>