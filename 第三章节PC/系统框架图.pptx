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B8CED3-6E6B-A479-E72B-E21EB521A5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B6E8CCA-1D2D-254E-765F-73901BFAC8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48802D-67AE-BA0C-63DE-CEDC8EFA9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7F00D9-A13A-6240-E22C-DCCF5736A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7894022-78E9-5D83-9394-D7FEBEC56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162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CF389-C479-4465-FB75-5BE0EF6E1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CDC50D-ADB1-C303-997D-4B00F39E1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E28164-E807-6BAA-0F0E-E27280969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C663FB-02FF-FC85-2142-7CD758A99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496E037-F6DC-E9A5-0CC3-462A4D6D1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4487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AB1FC5-4E3D-10B8-7E47-38C8D8CF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5753727-FF17-5EE2-0213-4BDEFDB3C5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E681E2-85F0-BA80-18F9-D3BE3366B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C9591F-A6EB-A138-FDB9-2903C83B6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3F035BA-CEA8-FA1D-3AEE-0B13E7A2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9831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EE7B3F-66B0-8CA3-A32E-0176C5242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E7799E-4955-A257-BAB4-D763EDE86E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41B314-4971-C3D3-1FBE-8BFCB748D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C6C82D-8221-6F96-93BB-DD25FCF8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BFE918-66D3-C754-CEB0-C5BB61F29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04D393B-0368-2724-F9F3-A2020D10F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0797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62130C-D221-A2A3-2C75-80B8CBB64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1477678-2FAE-677D-C6D5-4A6E146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7BA1F3E-608A-AB58-BBC4-B6EEEA9EDF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5CADB3C-FA66-CAE5-809D-32972A208A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A3DC05E-B000-03C5-4FA8-FEB5A23696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BE2CEDA-33A8-29D7-D41C-0973538C3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3643796-6DB5-8928-0097-7BD5B042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77CDC92-FAE2-381C-3916-C865845C9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5361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97DB83-228B-D44B-C913-D3FC71E3C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8CA13A-0551-3119-8D91-B3AC7C567D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49916C9-2DF2-4130-4D04-65655DD81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ADE7511C-6C29-1357-EBA8-C1BB6262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8756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817A72E-7D78-41F2-6396-F83CB2AB8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F06CA5B-6CC6-AC26-5FAC-441832F85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942F4A9-1820-5601-33A7-00C42B0FA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6780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9F354A-7313-BA5F-FD6C-E786CC6F3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4C5B316-937C-A453-1CD2-2408B90BA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49492B1-7F9F-083C-EF32-0C38B82BCE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5CB50F-8914-5047-0B34-23881BEA6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FE71B17-9D40-7B5E-03CC-9941BA4A3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E9AED7-1158-93EA-4B76-217F289E5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9627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E9C04-FF14-58F0-719D-9A83BA7334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C21851D-CD23-3F79-C253-9D70E506E50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205147E-2AEE-7F72-AC56-F2816313C0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B1B602D-BF70-6843-F14E-8A72950E4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D5F69B5-D957-19AE-127D-807972892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17ED19E-2BF9-8F20-4583-148D82255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6812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7A235B-FE0A-31E0-7F07-1BA983855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A3D1823-0D90-2752-2FF7-6588908F4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4E9E1A-8BEB-F2B6-7A34-0AED87621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4F1F563-0740-37B5-E996-50F98E273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76B9EC2-9B8B-010C-469D-DAB555F55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258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42DEBD3-A547-9992-E426-096F8ECF3D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BA567EC-E14E-760C-4239-77DB6C0A6D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C06105-A9A3-C3BF-111C-D218EF71B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000E17-884F-5BEC-8DC1-BFCB4F3D0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F9F2F3-5C62-4E2C-C9DE-E80208E6B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9380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E675665-94EF-4A45-BA5F-4E4147CE2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E9CF5D-6347-80D0-1D0A-007A06CCFD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62B4ED4-C0AD-3F88-2516-A79E5BD751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C4DD04-2AD6-4BA1-86C4-26F0BA46F0FC}" type="datetimeFigureOut">
              <a:rPr lang="zh-CN" altLang="en-US" smtClean="0"/>
              <a:t>2025/12/18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B65B99-45F4-F738-15C5-61651D63A4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DC1095E-219D-F37D-5288-BAD8AFA615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0A04DC-B104-4122-AD09-F9E7E9230A8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495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70E9B9B8-18EF-449C-98E3-61DA0B6BC8DA}"/>
              </a:ext>
            </a:extLst>
          </p:cNvPr>
          <p:cNvSpPr txBox="1"/>
          <p:nvPr/>
        </p:nvSpPr>
        <p:spPr>
          <a:xfrm>
            <a:off x="8343911" y="1970459"/>
            <a:ext cx="12352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信号达到中控室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F67A5C46-8872-4FFA-91A0-9EAA4F91C6C6}"/>
              </a:ext>
            </a:extLst>
          </p:cNvPr>
          <p:cNvGrpSpPr/>
          <p:nvPr/>
        </p:nvGrpSpPr>
        <p:grpSpPr>
          <a:xfrm>
            <a:off x="2641965" y="1838611"/>
            <a:ext cx="1775085" cy="2377521"/>
            <a:chOff x="3468172" y="1504762"/>
            <a:chExt cx="2515218" cy="3593250"/>
          </a:xfrm>
        </p:grpSpPr>
        <p:pic>
          <p:nvPicPr>
            <p:cNvPr id="11" name="Picture 8">
              <a:extLst>
                <a:ext uri="{FF2B5EF4-FFF2-40B4-BE49-F238E27FC236}">
                  <a16:creationId xmlns:a16="http://schemas.microsoft.com/office/drawing/2014/main" id="{F7E50B3E-2891-4582-9F4F-AC84EA69E1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06368" y="3656551"/>
              <a:ext cx="1177022" cy="117702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图形 12" descr="Wi-Fi 轮廓">
              <a:extLst>
                <a:ext uri="{FF2B5EF4-FFF2-40B4-BE49-F238E27FC236}">
                  <a16:creationId xmlns:a16="http://schemas.microsoft.com/office/drawing/2014/main" id="{21F6A14B-A1BA-4346-80ED-85F94C358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3500444" y="1472490"/>
              <a:ext cx="700612" cy="765156"/>
            </a:xfrm>
            <a:prstGeom prst="rect">
              <a:avLst/>
            </a:prstGeom>
          </p:spPr>
        </p:pic>
        <p:pic>
          <p:nvPicPr>
            <p:cNvPr id="90" name="图形 89" descr="Wi-Fi 轮廓">
              <a:extLst>
                <a:ext uri="{FF2B5EF4-FFF2-40B4-BE49-F238E27FC236}">
                  <a16:creationId xmlns:a16="http://schemas.microsoft.com/office/drawing/2014/main" id="{5AF154AF-A3B2-E569-2BAC-6E498A480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6200000">
              <a:off x="3507878" y="4365128"/>
              <a:ext cx="700612" cy="765156"/>
            </a:xfrm>
            <a:prstGeom prst="rect">
              <a:avLst/>
            </a:prstGeom>
          </p:spPr>
        </p:pic>
      </p:grpSp>
      <p:cxnSp>
        <p:nvCxnSpPr>
          <p:cNvPr id="15" name="直线连接符 5">
            <a:extLst>
              <a:ext uri="{FF2B5EF4-FFF2-40B4-BE49-F238E27FC236}">
                <a16:creationId xmlns:a16="http://schemas.microsoft.com/office/drawing/2014/main" id="{87B0D577-CDE3-42C9-85DC-CC11D81FCC18}"/>
              </a:ext>
            </a:extLst>
          </p:cNvPr>
          <p:cNvCxnSpPr>
            <a:cxnSpLocks/>
          </p:cNvCxnSpPr>
          <p:nvPr/>
        </p:nvCxnSpPr>
        <p:spPr>
          <a:xfrm flipH="1" flipV="1">
            <a:off x="4001715" y="2252979"/>
            <a:ext cx="0" cy="1510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>
            <a:extLst>
              <a:ext uri="{FF2B5EF4-FFF2-40B4-BE49-F238E27FC236}">
                <a16:creationId xmlns:a16="http://schemas.microsoft.com/office/drawing/2014/main" id="{74C7D17E-B5A7-4223-8D24-9C7E123BD783}"/>
              </a:ext>
            </a:extLst>
          </p:cNvPr>
          <p:cNvSpPr txBox="1"/>
          <p:nvPr/>
        </p:nvSpPr>
        <p:spPr>
          <a:xfrm>
            <a:off x="3201323" y="4181596"/>
            <a:ext cx="1672048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信号传输至路由器等网络设备（配置在工作现场的）</a:t>
            </a:r>
          </a:p>
        </p:txBody>
      </p:sp>
      <p:cxnSp>
        <p:nvCxnSpPr>
          <p:cNvPr id="19" name="直线连接符 5">
            <a:extLst>
              <a:ext uri="{FF2B5EF4-FFF2-40B4-BE49-F238E27FC236}">
                <a16:creationId xmlns:a16="http://schemas.microsoft.com/office/drawing/2014/main" id="{9047F619-8251-4DEF-987C-C5AEAAC52AC1}"/>
              </a:ext>
            </a:extLst>
          </p:cNvPr>
          <p:cNvCxnSpPr>
            <a:cxnSpLocks/>
          </p:cNvCxnSpPr>
          <p:nvPr/>
        </p:nvCxnSpPr>
        <p:spPr>
          <a:xfrm>
            <a:off x="4001715" y="2259929"/>
            <a:ext cx="3028338" cy="105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图片 19">
            <a:extLst>
              <a:ext uri="{FF2B5EF4-FFF2-40B4-BE49-F238E27FC236}">
                <a16:creationId xmlns:a16="http://schemas.microsoft.com/office/drawing/2014/main" id="{16AE30A9-17CE-4625-93AC-E8EF3FBF65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3347" y="1662943"/>
            <a:ext cx="1250652" cy="1030092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627DAD04-62F9-480B-80A0-B90EF6A10902}"/>
              </a:ext>
            </a:extLst>
          </p:cNvPr>
          <p:cNvSpPr txBox="1"/>
          <p:nvPr/>
        </p:nvSpPr>
        <p:spPr>
          <a:xfrm>
            <a:off x="4621139" y="1543631"/>
            <a:ext cx="2204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传输至云端服务器</a:t>
            </a:r>
          </a:p>
        </p:txBody>
      </p:sp>
      <p:cxnSp>
        <p:nvCxnSpPr>
          <p:cNvPr id="22" name="直线连接符 5">
            <a:extLst>
              <a:ext uri="{FF2B5EF4-FFF2-40B4-BE49-F238E27FC236}">
                <a16:creationId xmlns:a16="http://schemas.microsoft.com/office/drawing/2014/main" id="{C4788FC4-3BC2-4012-A3C7-8A09094B5C0F}"/>
              </a:ext>
            </a:extLst>
          </p:cNvPr>
          <p:cNvCxnSpPr>
            <a:cxnSpLocks/>
          </p:cNvCxnSpPr>
          <p:nvPr/>
        </p:nvCxnSpPr>
        <p:spPr>
          <a:xfrm flipV="1">
            <a:off x="8262301" y="2304692"/>
            <a:ext cx="2244566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线连接符 5">
            <a:extLst>
              <a:ext uri="{FF2B5EF4-FFF2-40B4-BE49-F238E27FC236}">
                <a16:creationId xmlns:a16="http://schemas.microsoft.com/office/drawing/2014/main" id="{64607078-E396-4721-A3DF-FF2657A24D6A}"/>
              </a:ext>
            </a:extLst>
          </p:cNvPr>
          <p:cNvCxnSpPr>
            <a:cxnSpLocks/>
          </p:cNvCxnSpPr>
          <p:nvPr/>
        </p:nvCxnSpPr>
        <p:spPr>
          <a:xfrm flipV="1">
            <a:off x="10506867" y="2304692"/>
            <a:ext cx="0" cy="9798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49FB36FA-CC1F-4ABA-8262-90AB19FEAB5D}"/>
              </a:ext>
            </a:extLst>
          </p:cNvPr>
          <p:cNvSpPr txBox="1"/>
          <p:nvPr/>
        </p:nvSpPr>
        <p:spPr>
          <a:xfrm>
            <a:off x="6037338" y="3587654"/>
            <a:ext cx="224456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各项指标参数跟踪与计算</a:t>
            </a: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B483D8BA-6C2D-4637-BA92-437D070922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V="1">
            <a:off x="6291563" y="3921912"/>
            <a:ext cx="2061186" cy="537451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F6219358-2483-4140-BDC7-6B7711692D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6474612" y="4576318"/>
            <a:ext cx="555441" cy="53745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E86FBE05-A484-4573-8828-7B4FCDA784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64206" y="4527666"/>
            <a:ext cx="754040" cy="688767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3D2DBF5B-D560-44A0-BA86-424848C9AD26}"/>
              </a:ext>
            </a:extLst>
          </p:cNvPr>
          <p:cNvSpPr txBox="1"/>
          <p:nvPr/>
        </p:nvSpPr>
        <p:spPr>
          <a:xfrm>
            <a:off x="6026291" y="3284515"/>
            <a:ext cx="1672382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模型</a:t>
            </a:r>
            <a:r>
              <a:rPr lang="en-US" altLang="zh-CN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/</a:t>
            </a:r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核心算法</a:t>
            </a:r>
            <a:endParaRPr lang="en-US" altLang="zh-CN" sz="105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pic>
        <p:nvPicPr>
          <p:cNvPr id="33" name="图片 32">
            <a:extLst>
              <a:ext uri="{FF2B5EF4-FFF2-40B4-BE49-F238E27FC236}">
                <a16:creationId xmlns:a16="http://schemas.microsoft.com/office/drawing/2014/main" id="{6BF42367-06F6-4E6B-8BD2-6F3A94772F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4236" y="1377230"/>
            <a:ext cx="817865" cy="1611406"/>
          </a:xfrm>
          <a:prstGeom prst="rect">
            <a:avLst/>
          </a:prstGeom>
        </p:spPr>
      </p:pic>
      <p:pic>
        <p:nvPicPr>
          <p:cNvPr id="35" name="图片 34">
            <a:extLst>
              <a:ext uri="{FF2B5EF4-FFF2-40B4-BE49-F238E27FC236}">
                <a16:creationId xmlns:a16="http://schemas.microsoft.com/office/drawing/2014/main" id="{78433143-B2B2-4A4E-97BE-B7844AC0CDA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14236" y="3171702"/>
            <a:ext cx="764092" cy="1805594"/>
          </a:xfrm>
          <a:prstGeom prst="rect">
            <a:avLst/>
          </a:prstGeom>
        </p:spPr>
      </p:pic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A862DBC5-AE5D-46AB-84D9-16C9FBE15A95}"/>
              </a:ext>
            </a:extLst>
          </p:cNvPr>
          <p:cNvCxnSpPr>
            <a:cxnSpLocks/>
          </p:cNvCxnSpPr>
          <p:nvPr/>
        </p:nvCxnSpPr>
        <p:spPr>
          <a:xfrm flipH="1">
            <a:off x="2432101" y="1377230"/>
            <a:ext cx="5266572" cy="20710"/>
          </a:xfrm>
          <a:prstGeom prst="straightConnector1">
            <a:avLst/>
          </a:prstGeom>
          <a:ln w="19050">
            <a:solidFill>
              <a:schemeClr val="tx1"/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2AA52752-4BA1-4BCE-8CBF-F7339D89E340}"/>
              </a:ext>
            </a:extLst>
          </p:cNvPr>
          <p:cNvSpPr txBox="1"/>
          <p:nvPr/>
        </p:nvSpPr>
        <p:spPr>
          <a:xfrm>
            <a:off x="702074" y="1596686"/>
            <a:ext cx="1088431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050" b="1" dirty="0">
                <a:latin typeface="宋体" panose="02010600030101010101" pitchFamily="2" charset="-122"/>
                <a:ea typeface="宋体" panose="02010600030101010101" pitchFamily="2" charset="-122"/>
              </a:rPr>
              <a:t>心率检测</a:t>
            </a:r>
            <a:endParaRPr kumimoji="1" lang="en-US" altLang="zh-CN" sz="105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r>
              <a:rPr kumimoji="1" lang="zh-CN" altLang="en-US" sz="1050" b="1" dirty="0">
                <a:latin typeface="宋体" panose="02010600030101010101" pitchFamily="2" charset="-122"/>
                <a:ea typeface="宋体" panose="02010600030101010101" pitchFamily="2" charset="-122"/>
              </a:rPr>
              <a:t>血氧检测</a:t>
            </a:r>
            <a:endParaRPr kumimoji="1" lang="en-US" altLang="zh-CN" sz="1050" b="1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endParaRPr kumimoji="1" lang="en-US" altLang="zh-CN" sz="1200" b="1" dirty="0">
              <a:solidFill>
                <a:schemeClr val="bg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/>
            <a:endParaRPr kumimoji="1" lang="en-US" altLang="zh-CN" sz="1100" b="1" dirty="0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FDA5ACE-1342-4EB5-97F9-17580EE2BAAD}"/>
              </a:ext>
            </a:extLst>
          </p:cNvPr>
          <p:cNvSpPr/>
          <p:nvPr/>
        </p:nvSpPr>
        <p:spPr>
          <a:xfrm>
            <a:off x="4440455" y="1080075"/>
            <a:ext cx="3311089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在终端实现预警和反馈信息提示</a:t>
            </a:r>
            <a:endParaRPr lang="en-US" altLang="zh-CN" sz="105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EE8FA9E4-14C0-4412-B855-8F15B1B1D689}"/>
              </a:ext>
            </a:extLst>
          </p:cNvPr>
          <p:cNvSpPr/>
          <p:nvPr/>
        </p:nvSpPr>
        <p:spPr>
          <a:xfrm>
            <a:off x="88777" y="1091953"/>
            <a:ext cx="4779262" cy="424903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3" name="组合 52">
            <a:extLst>
              <a:ext uri="{FF2B5EF4-FFF2-40B4-BE49-F238E27FC236}">
                <a16:creationId xmlns:a16="http://schemas.microsoft.com/office/drawing/2014/main" id="{4365DCA1-19E3-406F-B224-397AB885FC31}"/>
              </a:ext>
            </a:extLst>
          </p:cNvPr>
          <p:cNvGrpSpPr/>
          <p:nvPr/>
        </p:nvGrpSpPr>
        <p:grpSpPr>
          <a:xfrm>
            <a:off x="9164741" y="3279651"/>
            <a:ext cx="2774830" cy="2175998"/>
            <a:chOff x="9266465" y="3428740"/>
            <a:chExt cx="2774830" cy="2175998"/>
          </a:xfrm>
        </p:grpSpPr>
        <p:pic>
          <p:nvPicPr>
            <p:cNvPr id="7" name="Picture 4">
              <a:extLst>
                <a:ext uri="{FF2B5EF4-FFF2-40B4-BE49-F238E27FC236}">
                  <a16:creationId xmlns:a16="http://schemas.microsoft.com/office/drawing/2014/main" id="{01D5CA43-E088-4EC5-944A-D2A5EB02F8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266465" y="3428740"/>
              <a:ext cx="2774830" cy="21759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图片 50">
              <a:extLst>
                <a:ext uri="{FF2B5EF4-FFF2-40B4-BE49-F238E27FC236}">
                  <a16:creationId xmlns:a16="http://schemas.microsoft.com/office/drawing/2014/main" id="{F3CAABA3-C73F-4262-BBB3-40F65E31AA1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754585" y="3530128"/>
              <a:ext cx="1812279" cy="1047978"/>
            </a:xfrm>
            <a:prstGeom prst="rect">
              <a:avLst/>
            </a:prstGeom>
          </p:spPr>
        </p:pic>
      </p:grpSp>
      <p:cxnSp>
        <p:nvCxnSpPr>
          <p:cNvPr id="55" name="直线连接符 5">
            <a:extLst>
              <a:ext uri="{FF2B5EF4-FFF2-40B4-BE49-F238E27FC236}">
                <a16:creationId xmlns:a16="http://schemas.microsoft.com/office/drawing/2014/main" id="{C8C51273-9D84-405D-94EA-5FE2BD55ADEB}"/>
              </a:ext>
            </a:extLst>
          </p:cNvPr>
          <p:cNvCxnSpPr>
            <a:cxnSpLocks/>
          </p:cNvCxnSpPr>
          <p:nvPr/>
        </p:nvCxnSpPr>
        <p:spPr>
          <a:xfrm flipV="1">
            <a:off x="2458496" y="1793779"/>
            <a:ext cx="461485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线连接符 5">
            <a:extLst>
              <a:ext uri="{FF2B5EF4-FFF2-40B4-BE49-F238E27FC236}">
                <a16:creationId xmlns:a16="http://schemas.microsoft.com/office/drawing/2014/main" id="{07D48234-8228-4F37-AF5D-52ADD7766D3E}"/>
              </a:ext>
            </a:extLst>
          </p:cNvPr>
          <p:cNvCxnSpPr>
            <a:cxnSpLocks/>
          </p:cNvCxnSpPr>
          <p:nvPr/>
        </p:nvCxnSpPr>
        <p:spPr>
          <a:xfrm flipV="1">
            <a:off x="2361469" y="3759258"/>
            <a:ext cx="116581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22C17F7F-5018-49EA-BA28-AEF21F450ED4}"/>
              </a:ext>
            </a:extLst>
          </p:cNvPr>
          <p:cNvSpPr txBox="1"/>
          <p:nvPr/>
        </p:nvSpPr>
        <p:spPr>
          <a:xfrm>
            <a:off x="4637409" y="2280122"/>
            <a:ext cx="220499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传输至云端服务器</a:t>
            </a:r>
          </a:p>
        </p:txBody>
      </p: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C15B4906-6076-4507-B9E8-196C28ECB25E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7698673" y="1377230"/>
            <a:ext cx="0" cy="2857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>
            <a:extLst>
              <a:ext uri="{FF2B5EF4-FFF2-40B4-BE49-F238E27FC236}">
                <a16:creationId xmlns:a16="http://schemas.microsoft.com/office/drawing/2014/main" id="{60A8B3B8-A75D-4654-81BA-31FFB2B89CC5}"/>
              </a:ext>
            </a:extLst>
          </p:cNvPr>
          <p:cNvSpPr/>
          <p:nvPr/>
        </p:nvSpPr>
        <p:spPr>
          <a:xfrm>
            <a:off x="6277498" y="3001520"/>
            <a:ext cx="2172091" cy="23394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39A8EC6-422E-450A-9A02-78A30CC57D21}"/>
              </a:ext>
            </a:extLst>
          </p:cNvPr>
          <p:cNvSpPr/>
          <p:nvPr/>
        </p:nvSpPr>
        <p:spPr>
          <a:xfrm>
            <a:off x="9445704" y="1119743"/>
            <a:ext cx="723275" cy="25391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CN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预警处理</a:t>
            </a: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58D64EEB-8E92-4F36-BB35-A63CDEE7DA82}"/>
              </a:ext>
            </a:extLst>
          </p:cNvPr>
          <p:cNvSpPr/>
          <p:nvPr/>
        </p:nvSpPr>
        <p:spPr>
          <a:xfrm>
            <a:off x="6377093" y="2904659"/>
            <a:ext cx="1165680" cy="2769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运算处理层</a:t>
            </a:r>
            <a:endParaRPr kumimoji="1" lang="en-US" altLang="zh-CN" sz="1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2A4D4781-84E1-4CDE-BC28-9BC95EF811AC}"/>
              </a:ext>
            </a:extLst>
          </p:cNvPr>
          <p:cNvCxnSpPr>
            <a:cxnSpLocks/>
          </p:cNvCxnSpPr>
          <p:nvPr/>
        </p:nvCxnSpPr>
        <p:spPr>
          <a:xfrm>
            <a:off x="8483231" y="4169420"/>
            <a:ext cx="106155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图形 51" descr="Wi-Fi 轮廓">
            <a:extLst>
              <a:ext uri="{FF2B5EF4-FFF2-40B4-BE49-F238E27FC236}">
                <a16:creationId xmlns:a16="http://schemas.microsoft.com/office/drawing/2014/main" id="{E2B6D7F4-2DFF-4998-9D5C-7B1CA7D1B4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3990043" y="2539380"/>
            <a:ext cx="463568" cy="540000"/>
          </a:xfrm>
          <a:prstGeom prst="rect">
            <a:avLst/>
          </a:prstGeom>
        </p:spPr>
      </p:pic>
      <p:sp>
        <p:nvSpPr>
          <p:cNvPr id="57" name="矩形 56">
            <a:extLst>
              <a:ext uri="{FF2B5EF4-FFF2-40B4-BE49-F238E27FC236}">
                <a16:creationId xmlns:a16="http://schemas.microsoft.com/office/drawing/2014/main" id="{E7B39535-839C-4E11-9427-C1C28003B8B1}"/>
              </a:ext>
            </a:extLst>
          </p:cNvPr>
          <p:cNvSpPr/>
          <p:nvPr/>
        </p:nvSpPr>
        <p:spPr>
          <a:xfrm>
            <a:off x="346389" y="1361835"/>
            <a:ext cx="135250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智能可穿戴设备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3908122-0957-17A5-4C04-383ABFCE4B5A}"/>
              </a:ext>
            </a:extLst>
          </p:cNvPr>
          <p:cNvSpPr/>
          <p:nvPr/>
        </p:nvSpPr>
        <p:spPr>
          <a:xfrm>
            <a:off x="642850" y="2760369"/>
            <a:ext cx="1112104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1050" b="1" dirty="0">
                <a:latin typeface="宋体" panose="02010600030101010101" pitchFamily="2" charset="-122"/>
                <a:ea typeface="宋体" panose="02010600030101010101" pitchFamily="2" charset="-122"/>
              </a:rPr>
              <a:t>智能</a:t>
            </a:r>
            <a:r>
              <a:rPr lang="zh-CN" altLang="en-US" sz="1050" b="1" dirty="0"/>
              <a:t>手表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D770D54-9BCF-FA6F-A374-ABCAEF351CC5}"/>
              </a:ext>
            </a:extLst>
          </p:cNvPr>
          <p:cNvSpPr/>
          <p:nvPr/>
        </p:nvSpPr>
        <p:spPr>
          <a:xfrm>
            <a:off x="679759" y="4714238"/>
            <a:ext cx="1112104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IMU</a:t>
            </a:r>
            <a:r>
              <a:rPr lang="zh-CN" altLang="en-US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传感器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8DB761B-6D34-BF5B-3D81-DCB1AC82DCFE}"/>
              </a:ext>
            </a:extLst>
          </p:cNvPr>
          <p:cNvSpPr txBox="1"/>
          <p:nvPr/>
        </p:nvSpPr>
        <p:spPr>
          <a:xfrm>
            <a:off x="2492661" y="2280122"/>
            <a:ext cx="8908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4G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22CD8BD6-7BDE-EEFD-3464-396C0C4746DC}"/>
              </a:ext>
            </a:extLst>
          </p:cNvPr>
          <p:cNvCxnSpPr>
            <a:cxnSpLocks/>
          </p:cNvCxnSpPr>
          <p:nvPr/>
        </p:nvCxnSpPr>
        <p:spPr>
          <a:xfrm>
            <a:off x="8118246" y="2727307"/>
            <a:ext cx="0" cy="22068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BC20480B-B259-3164-11EB-E29E124081F5}"/>
              </a:ext>
            </a:extLst>
          </p:cNvPr>
          <p:cNvCxnSpPr>
            <a:cxnSpLocks/>
          </p:cNvCxnSpPr>
          <p:nvPr/>
        </p:nvCxnSpPr>
        <p:spPr>
          <a:xfrm flipH="1" flipV="1">
            <a:off x="7918717" y="2726520"/>
            <a:ext cx="1654" cy="20669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88687B47-5E93-E59E-3133-75BA446FD6DE}"/>
              </a:ext>
            </a:extLst>
          </p:cNvPr>
          <p:cNvSpPr txBox="1"/>
          <p:nvPr/>
        </p:nvSpPr>
        <p:spPr>
          <a:xfrm>
            <a:off x="447221" y="-35781"/>
            <a:ext cx="12737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>
                <a:solidFill>
                  <a:schemeClr val="bg1"/>
                </a:solidFill>
              </a:rPr>
              <a:t>系统设计</a:t>
            </a: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3527CCA9-C1F6-BC22-2F6F-F5CCBD0FD9A0}"/>
              </a:ext>
            </a:extLst>
          </p:cNvPr>
          <p:cNvSpPr txBox="1"/>
          <p:nvPr/>
        </p:nvSpPr>
        <p:spPr>
          <a:xfrm>
            <a:off x="2492661" y="4169247"/>
            <a:ext cx="89082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050" b="1" dirty="0">
                <a:latin typeface="Times New Roman" panose="02020603050405020304" pitchFamily="18" charset="0"/>
                <a:ea typeface="宋体" panose="02010600030101010101" pitchFamily="2" charset="-122"/>
              </a:rPr>
              <a:t>WIFI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F5764F60-150F-1030-8932-3AA470F1858D}"/>
              </a:ext>
            </a:extLst>
          </p:cNvPr>
          <p:cNvCxnSpPr/>
          <p:nvPr/>
        </p:nvCxnSpPr>
        <p:spPr>
          <a:xfrm flipV="1">
            <a:off x="10953345" y="1387585"/>
            <a:ext cx="0" cy="18969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A363329C-62A1-6019-8E1C-DD7D77609532}"/>
              </a:ext>
            </a:extLst>
          </p:cNvPr>
          <p:cNvCxnSpPr>
            <a:cxnSpLocks/>
          </p:cNvCxnSpPr>
          <p:nvPr/>
        </p:nvCxnSpPr>
        <p:spPr>
          <a:xfrm flipH="1">
            <a:off x="8118246" y="1387585"/>
            <a:ext cx="2835099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>
            <a:extLst>
              <a:ext uri="{FF2B5EF4-FFF2-40B4-BE49-F238E27FC236}">
                <a16:creationId xmlns:a16="http://schemas.microsoft.com/office/drawing/2014/main" id="{C1AF7711-A77C-9EF9-4B94-695E3EA4281C}"/>
              </a:ext>
            </a:extLst>
          </p:cNvPr>
          <p:cNvCxnSpPr>
            <a:cxnSpLocks/>
          </p:cNvCxnSpPr>
          <p:nvPr/>
        </p:nvCxnSpPr>
        <p:spPr>
          <a:xfrm>
            <a:off x="8125954" y="1387585"/>
            <a:ext cx="0" cy="30077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矩形 88">
            <a:extLst>
              <a:ext uri="{FF2B5EF4-FFF2-40B4-BE49-F238E27FC236}">
                <a16:creationId xmlns:a16="http://schemas.microsoft.com/office/drawing/2014/main" id="{41387206-554F-7A0A-BEA7-6B372DB604FC}"/>
              </a:ext>
            </a:extLst>
          </p:cNvPr>
          <p:cNvSpPr/>
          <p:nvPr/>
        </p:nvSpPr>
        <p:spPr>
          <a:xfrm>
            <a:off x="447221" y="949895"/>
            <a:ext cx="1165680" cy="2769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数据采集层</a:t>
            </a:r>
            <a:endParaRPr kumimoji="1" lang="en-US" altLang="zh-CN" sz="1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DF4797AF-70CF-2748-7C0B-F5C80A8D6C45}"/>
              </a:ext>
            </a:extLst>
          </p:cNvPr>
          <p:cNvSpPr/>
          <p:nvPr/>
        </p:nvSpPr>
        <p:spPr>
          <a:xfrm>
            <a:off x="8909602" y="2883479"/>
            <a:ext cx="1165680" cy="276999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kumimoji="1" lang="zh-CN" altLang="en-US" sz="1200" b="1" dirty="0">
                <a:latin typeface="宋体" panose="02010600030101010101" pitchFamily="2" charset="-122"/>
                <a:ea typeface="宋体" panose="02010600030101010101" pitchFamily="2" charset="-122"/>
              </a:rPr>
              <a:t>实时管理层</a:t>
            </a:r>
            <a:endParaRPr kumimoji="1" lang="en-US" altLang="zh-CN" sz="12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166771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</TotalTime>
  <Words>71</Words>
  <Application>Microsoft Office PowerPoint</Application>
  <PresentationFormat>宽屏</PresentationFormat>
  <Paragraphs>19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HanHan</dc:creator>
  <cp:lastModifiedBy>HanHan</cp:lastModifiedBy>
  <cp:revision>9</cp:revision>
  <dcterms:created xsi:type="dcterms:W3CDTF">2025-12-18T06:37:02Z</dcterms:created>
  <dcterms:modified xsi:type="dcterms:W3CDTF">2025-12-18T07:13:09Z</dcterms:modified>
</cp:coreProperties>
</file>