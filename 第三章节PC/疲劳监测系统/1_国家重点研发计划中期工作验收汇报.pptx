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58" r:id="rId6"/>
    <p:sldId id="257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2" y="2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5DDA74-ECA6-4262-9DD4-AD76DD66E1F4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</dgm:pt>
    <dgm:pt modelId="{766B857F-0204-49F7-B747-D47251098CA5}">
      <dgm:prSet phldrT="[文本]" custT="1"/>
      <dgm:spPr/>
      <dgm:t>
        <a:bodyPr/>
        <a:lstStyle/>
        <a:p>
          <a:r>
            <a:rPr lang="en-US" altLang="zh-CN" sz="1400" b="1" dirty="0">
              <a:solidFill>
                <a:srgbClr val="FF0000"/>
              </a:solidFill>
            </a:rPr>
            <a:t>IMU</a:t>
          </a:r>
          <a:r>
            <a:rPr lang="zh-CN" altLang="en-US" sz="1400" b="1" dirty="0">
              <a:solidFill>
                <a:srgbClr val="FF0000"/>
              </a:solidFill>
            </a:rPr>
            <a:t> </a:t>
          </a:r>
          <a:r>
            <a:rPr lang="en-US" altLang="zh-CN" sz="1400" b="1" dirty="0">
              <a:solidFill>
                <a:srgbClr val="FF0000"/>
              </a:solidFill>
            </a:rPr>
            <a:t>RAW  DATA</a:t>
          </a:r>
        </a:p>
        <a:p>
          <a:r>
            <a:rPr lang="en-US" altLang="zh-CN" sz="1400" b="1" dirty="0"/>
            <a:t>ACCX3</a:t>
          </a:r>
        </a:p>
        <a:p>
          <a:r>
            <a:rPr lang="en-US" altLang="zh-CN" sz="1400" b="1" dirty="0"/>
            <a:t>GYROX3</a:t>
          </a:r>
        </a:p>
        <a:p>
          <a:r>
            <a:rPr lang="en-US" altLang="zh-CN" sz="1400" b="1" dirty="0"/>
            <a:t>QUATX4</a:t>
          </a:r>
          <a:endParaRPr lang="zh-CN" altLang="en-US" sz="1400" b="1" dirty="0"/>
        </a:p>
      </dgm:t>
    </dgm:pt>
    <dgm:pt modelId="{0A41CD13-1310-45BA-831B-2CBE1750B6D3}" type="parTrans" cxnId="{830E0437-4492-45BA-9840-A86F7FFB1C25}">
      <dgm:prSet/>
      <dgm:spPr/>
      <dgm:t>
        <a:bodyPr/>
        <a:lstStyle/>
        <a:p>
          <a:endParaRPr lang="zh-CN" altLang="en-US"/>
        </a:p>
      </dgm:t>
    </dgm:pt>
    <dgm:pt modelId="{51CD8D79-0E95-4DF3-9640-C984CE1BAF7B}" type="sibTrans" cxnId="{830E0437-4492-45BA-9840-A86F7FFB1C25}">
      <dgm:prSet/>
      <dgm:spPr/>
      <dgm:t>
        <a:bodyPr/>
        <a:lstStyle/>
        <a:p>
          <a:endParaRPr lang="zh-CN" altLang="en-US"/>
        </a:p>
      </dgm:t>
    </dgm:pt>
    <dgm:pt modelId="{80B71A80-6E7F-43D5-B772-A275DA1F39E3}">
      <dgm:prSet phldrT="[文本]" custT="1"/>
      <dgm:spPr/>
      <dgm:t>
        <a:bodyPr/>
        <a:lstStyle/>
        <a:p>
          <a:r>
            <a:rPr lang="en-US" altLang="zh-CN" sz="1600" b="1" dirty="0">
              <a:solidFill>
                <a:srgbClr val="FF0000"/>
              </a:solidFill>
            </a:rPr>
            <a:t>QT ALPHA</a:t>
          </a:r>
        </a:p>
        <a:p>
          <a:r>
            <a:rPr lang="zh-CN" altLang="en-US" sz="1600" b="1" dirty="0">
              <a:solidFill>
                <a:srgbClr val="FF0000"/>
              </a:solidFill>
            </a:rPr>
            <a:t>终端</a:t>
          </a:r>
          <a:r>
            <a:rPr lang="en-US" altLang="zh-CN" sz="1600" b="1" dirty="0">
              <a:solidFill>
                <a:srgbClr val="FF0000"/>
              </a:solidFill>
            </a:rPr>
            <a:t>PC</a:t>
          </a:r>
          <a:endParaRPr lang="zh-CN" altLang="en-US" sz="1600" b="1" dirty="0">
            <a:solidFill>
              <a:srgbClr val="FF0000"/>
            </a:solidFill>
          </a:endParaRPr>
        </a:p>
      </dgm:t>
    </dgm:pt>
    <dgm:pt modelId="{E7B72921-FCAE-40FC-B92B-48CB4CB747AF}" type="parTrans" cxnId="{504202F9-244F-4128-AC82-CA69D62293FE}">
      <dgm:prSet/>
      <dgm:spPr/>
      <dgm:t>
        <a:bodyPr/>
        <a:lstStyle/>
        <a:p>
          <a:endParaRPr lang="zh-CN" altLang="en-US"/>
        </a:p>
      </dgm:t>
    </dgm:pt>
    <dgm:pt modelId="{B09839CC-4B85-48EC-9C91-CB4759A60E63}" type="sibTrans" cxnId="{504202F9-244F-4128-AC82-CA69D62293FE}">
      <dgm:prSet/>
      <dgm:spPr/>
      <dgm:t>
        <a:bodyPr/>
        <a:lstStyle/>
        <a:p>
          <a:endParaRPr lang="zh-CN" altLang="en-US"/>
        </a:p>
      </dgm:t>
    </dgm:pt>
    <dgm:pt modelId="{65A757ED-43DB-486C-80E0-E2789B1C880A}">
      <dgm:prSet phldrT="[文本]"/>
      <dgm:spPr/>
      <dgm:t>
        <a:bodyPr/>
        <a:lstStyle/>
        <a:p>
          <a:r>
            <a:rPr lang="zh-CN" altLang="en-US" b="1" dirty="0"/>
            <a:t>数据流整理</a:t>
          </a:r>
          <a:endParaRPr lang="en-US" altLang="zh-CN" b="1" dirty="0"/>
        </a:p>
        <a:p>
          <a:r>
            <a:rPr lang="en-US" altLang="zh-CN" b="1" dirty="0">
              <a:solidFill>
                <a:srgbClr val="C00000"/>
              </a:solidFill>
            </a:rPr>
            <a:t>HR</a:t>
          </a:r>
        </a:p>
        <a:p>
          <a:pPr>
            <a:buNone/>
          </a:pPr>
          <a:r>
            <a:rPr lang="en-US" altLang="zh-CN" b="1" dirty="0">
              <a:solidFill>
                <a:srgbClr val="C00000"/>
              </a:solidFill>
            </a:rPr>
            <a:t>SPO2</a:t>
          </a:r>
        </a:p>
        <a:p>
          <a:pPr>
            <a:buNone/>
          </a:pPr>
          <a:r>
            <a:rPr lang="en-US" altLang="zh-CN" b="1" dirty="0">
              <a:solidFill>
                <a:srgbClr val="C00000"/>
              </a:solidFill>
            </a:rPr>
            <a:t>IMUx12</a:t>
          </a:r>
        </a:p>
        <a:p>
          <a:endParaRPr lang="zh-CN" altLang="en-US" dirty="0"/>
        </a:p>
      </dgm:t>
    </dgm:pt>
    <dgm:pt modelId="{8A98D5DC-4663-4F81-A504-6EFF49251EA4}" type="parTrans" cxnId="{F98A6748-2F64-4369-AE9B-F3B1F3863899}">
      <dgm:prSet/>
      <dgm:spPr/>
      <dgm:t>
        <a:bodyPr/>
        <a:lstStyle/>
        <a:p>
          <a:endParaRPr lang="zh-CN" altLang="en-US"/>
        </a:p>
      </dgm:t>
    </dgm:pt>
    <dgm:pt modelId="{2C8ADF8C-592C-4599-BEE0-D1DE156E1BB8}" type="sibTrans" cxnId="{F98A6748-2F64-4369-AE9B-F3B1F3863899}">
      <dgm:prSet/>
      <dgm:spPr/>
      <dgm:t>
        <a:bodyPr/>
        <a:lstStyle/>
        <a:p>
          <a:endParaRPr lang="zh-CN" altLang="en-US"/>
        </a:p>
      </dgm:t>
    </dgm:pt>
    <dgm:pt modelId="{25ECEF1A-9604-42DA-8643-504736AE528A}">
      <dgm:prSet/>
      <dgm:spPr/>
      <dgm:t>
        <a:bodyPr/>
        <a:lstStyle/>
        <a:p>
          <a:r>
            <a:rPr lang="zh-CN" altLang="en-US" b="1" dirty="0"/>
            <a:t>滑动时间窗口 </a:t>
          </a:r>
          <a:r>
            <a:rPr lang="en-US" altLang="zh-CN" b="1" dirty="0"/>
            <a:t>5S</a:t>
          </a:r>
          <a:r>
            <a:rPr lang="zh-CN" altLang="en-US" b="1" dirty="0"/>
            <a:t>处理数据</a:t>
          </a:r>
        </a:p>
      </dgm:t>
    </dgm:pt>
    <dgm:pt modelId="{F900031D-076C-4CA8-BC57-2EA06C128692}" type="parTrans" cxnId="{5FDE67DF-F7BD-43D4-880C-E4B66505FB45}">
      <dgm:prSet/>
      <dgm:spPr/>
      <dgm:t>
        <a:bodyPr/>
        <a:lstStyle/>
        <a:p>
          <a:endParaRPr lang="zh-CN" altLang="en-US"/>
        </a:p>
      </dgm:t>
    </dgm:pt>
    <dgm:pt modelId="{51D0E1EA-B564-44E9-B643-04CD1E9EB240}" type="sibTrans" cxnId="{5FDE67DF-F7BD-43D4-880C-E4B66505FB45}">
      <dgm:prSet/>
      <dgm:spPr/>
      <dgm:t>
        <a:bodyPr/>
        <a:lstStyle/>
        <a:p>
          <a:endParaRPr lang="zh-CN" altLang="en-US"/>
        </a:p>
      </dgm:t>
    </dgm:pt>
    <dgm:pt modelId="{36C6CC22-3B32-4464-AC67-B9DD3A915225}">
      <dgm:prSet/>
      <dgm:spPr/>
      <dgm:t>
        <a:bodyPr/>
        <a:lstStyle/>
        <a:p>
          <a:r>
            <a:rPr lang="zh-CN" altLang="en-US" dirty="0"/>
            <a:t>每个时间窗口（</a:t>
          </a:r>
          <a:r>
            <a:rPr lang="en-US" altLang="zh-CN" dirty="0"/>
            <a:t>5</a:t>
          </a:r>
          <a:r>
            <a:rPr lang="zh-CN" altLang="en-US" dirty="0"/>
            <a:t>秒）进行一次计算</a:t>
          </a:r>
          <a:endParaRPr lang="en-US" altLang="zh-CN" dirty="0"/>
        </a:p>
        <a:p>
          <a:r>
            <a:rPr lang="en-US" altLang="zh-CN" b="1" dirty="0">
              <a:solidFill>
                <a:srgbClr val="C00000"/>
              </a:solidFill>
            </a:rPr>
            <a:t>RI</a:t>
          </a:r>
        </a:p>
        <a:p>
          <a:r>
            <a:rPr lang="en-US" altLang="zh-CN" b="1" dirty="0">
              <a:solidFill>
                <a:srgbClr val="C00000"/>
              </a:solidFill>
            </a:rPr>
            <a:t>FI</a:t>
          </a:r>
        </a:p>
        <a:p>
          <a:r>
            <a:rPr lang="en-US" altLang="zh-CN" b="1" dirty="0">
              <a:solidFill>
                <a:srgbClr val="C00000"/>
              </a:solidFill>
            </a:rPr>
            <a:t>TFI</a:t>
          </a:r>
        </a:p>
      </dgm:t>
    </dgm:pt>
    <dgm:pt modelId="{F4943D46-3263-4981-A77E-2FACF8D55283}" type="parTrans" cxnId="{3CD7497D-8489-49D6-85A1-C341D6D49DE9}">
      <dgm:prSet/>
      <dgm:spPr/>
      <dgm:t>
        <a:bodyPr/>
        <a:lstStyle/>
        <a:p>
          <a:endParaRPr lang="zh-CN" altLang="en-US"/>
        </a:p>
      </dgm:t>
    </dgm:pt>
    <dgm:pt modelId="{9190D82D-8EDF-4937-8CE3-F3E93407D3C9}" type="sibTrans" cxnId="{3CD7497D-8489-49D6-85A1-C341D6D49DE9}">
      <dgm:prSet/>
      <dgm:spPr/>
      <dgm:t>
        <a:bodyPr/>
        <a:lstStyle/>
        <a:p>
          <a:endParaRPr lang="zh-CN" altLang="en-US"/>
        </a:p>
      </dgm:t>
    </dgm:pt>
    <dgm:pt modelId="{96260C47-AFB4-4EDF-9665-618F244BF375}">
      <dgm:prSet phldrT="[文本]"/>
      <dgm:spPr/>
      <dgm:t>
        <a:bodyPr/>
        <a:lstStyle/>
        <a:p>
          <a:r>
            <a:rPr lang="zh-CN" altLang="en-US" b="1" dirty="0"/>
            <a:t>服务器</a:t>
          </a:r>
        </a:p>
      </dgm:t>
    </dgm:pt>
    <dgm:pt modelId="{07DC7ADA-CA72-474C-88A2-05AA2AA8EE47}" type="parTrans" cxnId="{677F29A3-FF5E-43C8-81A2-6551B2EA33AF}">
      <dgm:prSet/>
      <dgm:spPr/>
      <dgm:t>
        <a:bodyPr/>
        <a:lstStyle/>
        <a:p>
          <a:endParaRPr lang="zh-CN" altLang="en-US"/>
        </a:p>
      </dgm:t>
    </dgm:pt>
    <dgm:pt modelId="{9F964547-8CD9-4CD3-A07F-AC0C66F6CBA6}" type="sibTrans" cxnId="{677F29A3-FF5E-43C8-81A2-6551B2EA33AF}">
      <dgm:prSet/>
      <dgm:spPr/>
      <dgm:t>
        <a:bodyPr/>
        <a:lstStyle/>
        <a:p>
          <a:endParaRPr lang="zh-CN" altLang="en-US"/>
        </a:p>
      </dgm:t>
    </dgm:pt>
    <dgm:pt modelId="{D0CF1FF6-E240-4BFC-9FC0-88C1C9922388}">
      <dgm:prSet custT="1"/>
      <dgm:spPr/>
      <dgm:t>
        <a:bodyPr/>
        <a:lstStyle/>
        <a:p>
          <a:endParaRPr lang="en-US" altLang="zh-CN" sz="1100" dirty="0"/>
        </a:p>
        <a:p>
          <a:r>
            <a:rPr lang="zh-CN" altLang="en-US" sz="1400" b="1" dirty="0">
              <a:solidFill>
                <a:srgbClr val="C00000"/>
              </a:solidFill>
            </a:rPr>
            <a:t>是否预警</a:t>
          </a:r>
        </a:p>
      </dgm:t>
    </dgm:pt>
    <dgm:pt modelId="{82237C70-A8C1-4D40-99D8-A30A9B033B65}" type="parTrans" cxnId="{54768162-12B7-48E1-9492-5B3A59BF38B1}">
      <dgm:prSet/>
      <dgm:spPr/>
      <dgm:t>
        <a:bodyPr/>
        <a:lstStyle/>
        <a:p>
          <a:endParaRPr lang="zh-CN" altLang="en-US"/>
        </a:p>
      </dgm:t>
    </dgm:pt>
    <dgm:pt modelId="{96B9B6C9-84EE-4550-833E-7E342C8C2C7D}" type="sibTrans" cxnId="{54768162-12B7-48E1-9492-5B3A59BF38B1}">
      <dgm:prSet/>
      <dgm:spPr/>
      <dgm:t>
        <a:bodyPr/>
        <a:lstStyle/>
        <a:p>
          <a:endParaRPr lang="zh-CN" altLang="en-US"/>
        </a:p>
      </dgm:t>
    </dgm:pt>
    <dgm:pt modelId="{73489B45-866E-4178-8D55-804A6D0126FE}">
      <dgm:prSet/>
      <dgm:spPr/>
      <dgm:t>
        <a:bodyPr/>
        <a:lstStyle/>
        <a:p>
          <a:r>
            <a:rPr lang="zh-CN" altLang="en-US" b="1" dirty="0">
              <a:solidFill>
                <a:srgbClr val="C00000"/>
              </a:solidFill>
            </a:rPr>
            <a:t>发送预警信号到手表</a:t>
          </a:r>
          <a:endParaRPr lang="en-US" altLang="zh-CN" b="1" dirty="0">
            <a:solidFill>
              <a:srgbClr val="C00000"/>
            </a:solidFill>
          </a:endParaRPr>
        </a:p>
        <a:p>
          <a:r>
            <a:rPr lang="zh-CN" altLang="en-US" b="1" dirty="0">
              <a:solidFill>
                <a:srgbClr val="FF0000"/>
              </a:solidFill>
            </a:rPr>
            <a:t>显示预警提示</a:t>
          </a:r>
        </a:p>
      </dgm:t>
    </dgm:pt>
    <dgm:pt modelId="{E4A3F88A-2B98-4C0A-AD7D-5840FC87AC72}" type="parTrans" cxnId="{72B801F2-B419-4367-ADFC-5B64DA813BEC}">
      <dgm:prSet/>
      <dgm:spPr/>
      <dgm:t>
        <a:bodyPr/>
        <a:lstStyle/>
        <a:p>
          <a:endParaRPr lang="zh-CN" altLang="en-US"/>
        </a:p>
      </dgm:t>
    </dgm:pt>
    <dgm:pt modelId="{7C01D690-4CA6-4391-A9BD-0E23848F47A0}" type="sibTrans" cxnId="{72B801F2-B419-4367-ADFC-5B64DA813BEC}">
      <dgm:prSet/>
      <dgm:spPr/>
      <dgm:t>
        <a:bodyPr/>
        <a:lstStyle/>
        <a:p>
          <a:endParaRPr lang="zh-CN" altLang="en-US"/>
        </a:p>
      </dgm:t>
    </dgm:pt>
    <dgm:pt modelId="{681FE7DC-F303-4DE9-A81C-9447357C2BB8}">
      <dgm:prSet custT="1"/>
      <dgm:spPr/>
      <dgm:t>
        <a:bodyPr/>
        <a:lstStyle/>
        <a:p>
          <a:r>
            <a:rPr lang="zh-CN" altLang="en-US" sz="1400" b="1" dirty="0"/>
            <a:t>数据显示</a:t>
          </a:r>
          <a:endParaRPr lang="en-US" altLang="zh-CN" sz="1400" b="1" dirty="0"/>
        </a:p>
        <a:p>
          <a:endParaRPr lang="zh-CN" altLang="en-US" sz="1100" dirty="0"/>
        </a:p>
      </dgm:t>
    </dgm:pt>
    <dgm:pt modelId="{E4BFA323-8CBC-4776-B8D8-3829806B9823}" type="parTrans" cxnId="{33773BF7-BE8E-413F-A276-418672E1CA7B}">
      <dgm:prSet/>
      <dgm:spPr/>
      <dgm:t>
        <a:bodyPr/>
        <a:lstStyle/>
        <a:p>
          <a:endParaRPr lang="zh-CN" altLang="en-US"/>
        </a:p>
      </dgm:t>
    </dgm:pt>
    <dgm:pt modelId="{56581B69-62BA-42BC-82C6-FDFD8892FB62}" type="sibTrans" cxnId="{33773BF7-BE8E-413F-A276-418672E1CA7B}">
      <dgm:prSet/>
      <dgm:spPr/>
      <dgm:t>
        <a:bodyPr/>
        <a:lstStyle/>
        <a:p>
          <a:endParaRPr lang="zh-CN" altLang="en-US"/>
        </a:p>
      </dgm:t>
    </dgm:pt>
    <dgm:pt modelId="{7EEDEB51-52FD-4AB3-8080-7EC40CDEB259}" type="pres">
      <dgm:prSet presAssocID="{EF5DDA74-ECA6-4262-9DD4-AD76DD66E1F4}" presName="Name0" presStyleCnt="0">
        <dgm:presLayoutVars>
          <dgm:dir/>
          <dgm:resizeHandles val="exact"/>
        </dgm:presLayoutVars>
      </dgm:prSet>
      <dgm:spPr/>
    </dgm:pt>
    <dgm:pt modelId="{0E502CD0-6986-442A-9707-20F96D4AA7BA}" type="pres">
      <dgm:prSet presAssocID="{766B857F-0204-49F7-B747-D47251098CA5}" presName="node" presStyleLbl="node1" presStyleIdx="0" presStyleCnt="9">
        <dgm:presLayoutVars>
          <dgm:bulletEnabled val="1"/>
        </dgm:presLayoutVars>
      </dgm:prSet>
      <dgm:spPr/>
    </dgm:pt>
    <dgm:pt modelId="{700100DD-F8E1-4183-9CA8-265F7C892C0B}" type="pres">
      <dgm:prSet presAssocID="{51CD8D79-0E95-4DF3-9640-C984CE1BAF7B}" presName="sibTrans" presStyleLbl="sibTrans2D1" presStyleIdx="0" presStyleCnt="8"/>
      <dgm:spPr/>
    </dgm:pt>
    <dgm:pt modelId="{38D5D6B4-0D95-4381-8B07-6EA8C6261860}" type="pres">
      <dgm:prSet presAssocID="{51CD8D79-0E95-4DF3-9640-C984CE1BAF7B}" presName="connectorText" presStyleLbl="sibTrans2D1" presStyleIdx="0" presStyleCnt="8"/>
      <dgm:spPr/>
    </dgm:pt>
    <dgm:pt modelId="{226D5E49-BDE2-440D-AA70-3C4BF8A15718}" type="pres">
      <dgm:prSet presAssocID="{96260C47-AFB4-4EDF-9665-618F244BF375}" presName="node" presStyleLbl="node1" presStyleIdx="1" presStyleCnt="9" custLinFactY="-879" custLinFactNeighborX="12362" custLinFactNeighborY="-100000">
        <dgm:presLayoutVars>
          <dgm:bulletEnabled val="1"/>
        </dgm:presLayoutVars>
      </dgm:prSet>
      <dgm:spPr/>
    </dgm:pt>
    <dgm:pt modelId="{C058BAFC-91FD-44D5-B4E0-2A282F29F13E}" type="pres">
      <dgm:prSet presAssocID="{9F964547-8CD9-4CD3-A07F-AC0C66F6CBA6}" presName="sibTrans" presStyleLbl="sibTrans2D1" presStyleIdx="1" presStyleCnt="8"/>
      <dgm:spPr/>
    </dgm:pt>
    <dgm:pt modelId="{FD181270-C9F4-4516-B156-EA4B8278681F}" type="pres">
      <dgm:prSet presAssocID="{9F964547-8CD9-4CD3-A07F-AC0C66F6CBA6}" presName="connectorText" presStyleLbl="sibTrans2D1" presStyleIdx="1" presStyleCnt="8"/>
      <dgm:spPr/>
    </dgm:pt>
    <dgm:pt modelId="{4839FE22-5503-42E1-B42C-44646FD7B19F}" type="pres">
      <dgm:prSet presAssocID="{80B71A80-6E7F-43D5-B772-A275DA1F39E3}" presName="node" presStyleLbl="node1" presStyleIdx="2" presStyleCnt="9">
        <dgm:presLayoutVars>
          <dgm:bulletEnabled val="1"/>
        </dgm:presLayoutVars>
      </dgm:prSet>
      <dgm:spPr/>
    </dgm:pt>
    <dgm:pt modelId="{0230A5C8-6D48-4B11-9405-6751E6AEF72B}" type="pres">
      <dgm:prSet presAssocID="{B09839CC-4B85-48EC-9C91-CB4759A60E63}" presName="sibTrans" presStyleLbl="sibTrans2D1" presStyleIdx="2" presStyleCnt="8"/>
      <dgm:spPr/>
    </dgm:pt>
    <dgm:pt modelId="{45B517ED-BB47-4CDB-A37F-C80E4E97E610}" type="pres">
      <dgm:prSet presAssocID="{B09839CC-4B85-48EC-9C91-CB4759A60E63}" presName="connectorText" presStyleLbl="sibTrans2D1" presStyleIdx="2" presStyleCnt="8"/>
      <dgm:spPr/>
    </dgm:pt>
    <dgm:pt modelId="{34D5F995-C557-4832-8D52-728532A2D384}" type="pres">
      <dgm:prSet presAssocID="{65A757ED-43DB-486C-80E0-E2789B1C880A}" presName="node" presStyleLbl="node1" presStyleIdx="3" presStyleCnt="9">
        <dgm:presLayoutVars>
          <dgm:bulletEnabled val="1"/>
        </dgm:presLayoutVars>
      </dgm:prSet>
      <dgm:spPr/>
    </dgm:pt>
    <dgm:pt modelId="{35F329EF-3E26-4245-AE45-C40361A1FB32}" type="pres">
      <dgm:prSet presAssocID="{2C8ADF8C-592C-4599-BEE0-D1DE156E1BB8}" presName="sibTrans" presStyleLbl="sibTrans2D1" presStyleIdx="3" presStyleCnt="8"/>
      <dgm:spPr/>
    </dgm:pt>
    <dgm:pt modelId="{75C943AB-A6C1-436A-AE71-5DDD69DA333E}" type="pres">
      <dgm:prSet presAssocID="{2C8ADF8C-592C-4599-BEE0-D1DE156E1BB8}" presName="connectorText" presStyleLbl="sibTrans2D1" presStyleIdx="3" presStyleCnt="8"/>
      <dgm:spPr/>
    </dgm:pt>
    <dgm:pt modelId="{66335628-5E45-4A9F-8FBE-EB5EFE2BF4FA}" type="pres">
      <dgm:prSet presAssocID="{25ECEF1A-9604-42DA-8643-504736AE528A}" presName="node" presStyleLbl="node1" presStyleIdx="4" presStyleCnt="9">
        <dgm:presLayoutVars>
          <dgm:bulletEnabled val="1"/>
        </dgm:presLayoutVars>
      </dgm:prSet>
      <dgm:spPr/>
    </dgm:pt>
    <dgm:pt modelId="{A3F276EE-F938-4BBA-95F3-D2FE918C8715}" type="pres">
      <dgm:prSet presAssocID="{51D0E1EA-B564-44E9-B643-04CD1E9EB240}" presName="sibTrans" presStyleLbl="sibTrans2D1" presStyleIdx="4" presStyleCnt="8"/>
      <dgm:spPr/>
    </dgm:pt>
    <dgm:pt modelId="{2984D264-7316-4D30-BB2E-F10BD57FBD57}" type="pres">
      <dgm:prSet presAssocID="{51D0E1EA-B564-44E9-B643-04CD1E9EB240}" presName="connectorText" presStyleLbl="sibTrans2D1" presStyleIdx="4" presStyleCnt="8"/>
      <dgm:spPr/>
    </dgm:pt>
    <dgm:pt modelId="{35A974DD-1FEB-44BC-9335-A8F941BDD67F}" type="pres">
      <dgm:prSet presAssocID="{36C6CC22-3B32-4464-AC67-B9DD3A915225}" presName="node" presStyleLbl="node1" presStyleIdx="5" presStyleCnt="9">
        <dgm:presLayoutVars>
          <dgm:bulletEnabled val="1"/>
        </dgm:presLayoutVars>
      </dgm:prSet>
      <dgm:spPr/>
    </dgm:pt>
    <dgm:pt modelId="{D1B5B17F-AE4A-4C9A-851C-1A355DB7FC0D}" type="pres">
      <dgm:prSet presAssocID="{9190D82D-8EDF-4937-8CE3-F3E93407D3C9}" presName="sibTrans" presStyleLbl="sibTrans2D1" presStyleIdx="5" presStyleCnt="8"/>
      <dgm:spPr/>
    </dgm:pt>
    <dgm:pt modelId="{25F23C92-79D1-4EA5-890E-9CE379EA9FEC}" type="pres">
      <dgm:prSet presAssocID="{9190D82D-8EDF-4937-8CE3-F3E93407D3C9}" presName="connectorText" presStyleLbl="sibTrans2D1" presStyleIdx="5" presStyleCnt="8"/>
      <dgm:spPr/>
    </dgm:pt>
    <dgm:pt modelId="{991030E4-0FB2-485F-93C7-E619BAA43E47}" type="pres">
      <dgm:prSet presAssocID="{681FE7DC-F303-4DE9-A81C-9447357C2BB8}" presName="node" presStyleLbl="node1" presStyleIdx="6" presStyleCnt="9">
        <dgm:presLayoutVars>
          <dgm:bulletEnabled val="1"/>
        </dgm:presLayoutVars>
      </dgm:prSet>
      <dgm:spPr/>
    </dgm:pt>
    <dgm:pt modelId="{380E3BD6-02B5-42A1-AEFE-6F6C3287017F}" type="pres">
      <dgm:prSet presAssocID="{56581B69-62BA-42BC-82C6-FDFD8892FB62}" presName="sibTrans" presStyleLbl="sibTrans2D1" presStyleIdx="6" presStyleCnt="8"/>
      <dgm:spPr/>
    </dgm:pt>
    <dgm:pt modelId="{BB994905-BDE1-4DAC-AE52-2ECED620D927}" type="pres">
      <dgm:prSet presAssocID="{56581B69-62BA-42BC-82C6-FDFD8892FB62}" presName="connectorText" presStyleLbl="sibTrans2D1" presStyleIdx="6" presStyleCnt="8"/>
      <dgm:spPr/>
    </dgm:pt>
    <dgm:pt modelId="{F49108A1-55DE-42CD-8899-081C3B33AAD3}" type="pres">
      <dgm:prSet presAssocID="{D0CF1FF6-E240-4BFC-9FC0-88C1C9922388}" presName="node" presStyleLbl="node1" presStyleIdx="7" presStyleCnt="9">
        <dgm:presLayoutVars>
          <dgm:bulletEnabled val="1"/>
        </dgm:presLayoutVars>
      </dgm:prSet>
      <dgm:spPr>
        <a:prstGeom prst="flowChartDecision">
          <a:avLst/>
        </a:prstGeom>
      </dgm:spPr>
    </dgm:pt>
    <dgm:pt modelId="{D53A9F20-79D8-44ED-A740-4F183FD98CE7}" type="pres">
      <dgm:prSet presAssocID="{96B9B6C9-84EE-4550-833E-7E342C8C2C7D}" presName="sibTrans" presStyleLbl="sibTrans2D1" presStyleIdx="7" presStyleCnt="8"/>
      <dgm:spPr/>
    </dgm:pt>
    <dgm:pt modelId="{0E4F6DCE-1D09-49D5-A725-9E6457EC0986}" type="pres">
      <dgm:prSet presAssocID="{96B9B6C9-84EE-4550-833E-7E342C8C2C7D}" presName="connectorText" presStyleLbl="sibTrans2D1" presStyleIdx="7" presStyleCnt="8"/>
      <dgm:spPr/>
    </dgm:pt>
    <dgm:pt modelId="{4ADBC1B7-E0F8-408C-892A-AE02AE630A60}" type="pres">
      <dgm:prSet presAssocID="{73489B45-866E-4178-8D55-804A6D0126FE}" presName="node" presStyleLbl="node1" presStyleIdx="8" presStyleCnt="9">
        <dgm:presLayoutVars>
          <dgm:bulletEnabled val="1"/>
        </dgm:presLayoutVars>
      </dgm:prSet>
      <dgm:spPr/>
    </dgm:pt>
  </dgm:ptLst>
  <dgm:cxnLst>
    <dgm:cxn modelId="{040BE501-9BC0-43C8-95E9-14A8B212DCEE}" type="presOf" srcId="{56581B69-62BA-42BC-82C6-FDFD8892FB62}" destId="{BB994905-BDE1-4DAC-AE52-2ECED620D927}" srcOrd="1" destOrd="0" presId="urn:microsoft.com/office/officeart/2005/8/layout/process1"/>
    <dgm:cxn modelId="{BAEE1606-C2B1-4E23-AC10-2E3BD101C397}" type="presOf" srcId="{51D0E1EA-B564-44E9-B643-04CD1E9EB240}" destId="{A3F276EE-F938-4BBA-95F3-D2FE918C8715}" srcOrd="0" destOrd="0" presId="urn:microsoft.com/office/officeart/2005/8/layout/process1"/>
    <dgm:cxn modelId="{EB319014-BE2F-477A-8A1A-097266E17ECE}" type="presOf" srcId="{766B857F-0204-49F7-B747-D47251098CA5}" destId="{0E502CD0-6986-442A-9707-20F96D4AA7BA}" srcOrd="0" destOrd="0" presId="urn:microsoft.com/office/officeart/2005/8/layout/process1"/>
    <dgm:cxn modelId="{FD4CA526-302B-42DD-B4FF-531588AF625D}" type="presOf" srcId="{9F964547-8CD9-4CD3-A07F-AC0C66F6CBA6}" destId="{FD181270-C9F4-4516-B156-EA4B8278681F}" srcOrd="1" destOrd="0" presId="urn:microsoft.com/office/officeart/2005/8/layout/process1"/>
    <dgm:cxn modelId="{3E40F032-1E5D-4A20-BE3B-E2D2E8375A24}" type="presOf" srcId="{96260C47-AFB4-4EDF-9665-618F244BF375}" destId="{226D5E49-BDE2-440D-AA70-3C4BF8A15718}" srcOrd="0" destOrd="0" presId="urn:microsoft.com/office/officeart/2005/8/layout/process1"/>
    <dgm:cxn modelId="{830E0437-4492-45BA-9840-A86F7FFB1C25}" srcId="{EF5DDA74-ECA6-4262-9DD4-AD76DD66E1F4}" destId="{766B857F-0204-49F7-B747-D47251098CA5}" srcOrd="0" destOrd="0" parTransId="{0A41CD13-1310-45BA-831B-2CBE1750B6D3}" sibTransId="{51CD8D79-0E95-4DF3-9640-C984CE1BAF7B}"/>
    <dgm:cxn modelId="{9118503B-9860-4F2B-95CE-685B9F92B557}" type="presOf" srcId="{9190D82D-8EDF-4937-8CE3-F3E93407D3C9}" destId="{25F23C92-79D1-4EA5-890E-9CE379EA9FEC}" srcOrd="1" destOrd="0" presId="urn:microsoft.com/office/officeart/2005/8/layout/process1"/>
    <dgm:cxn modelId="{5CBF5C60-8E39-4947-94C8-18220A874650}" type="presOf" srcId="{9F964547-8CD9-4CD3-A07F-AC0C66F6CBA6}" destId="{C058BAFC-91FD-44D5-B4E0-2A282F29F13E}" srcOrd="0" destOrd="0" presId="urn:microsoft.com/office/officeart/2005/8/layout/process1"/>
    <dgm:cxn modelId="{54768162-12B7-48E1-9492-5B3A59BF38B1}" srcId="{EF5DDA74-ECA6-4262-9DD4-AD76DD66E1F4}" destId="{D0CF1FF6-E240-4BFC-9FC0-88C1C9922388}" srcOrd="7" destOrd="0" parTransId="{82237C70-A8C1-4D40-99D8-A30A9B033B65}" sibTransId="{96B9B6C9-84EE-4550-833E-7E342C8C2C7D}"/>
    <dgm:cxn modelId="{F98A6748-2F64-4369-AE9B-F3B1F3863899}" srcId="{EF5DDA74-ECA6-4262-9DD4-AD76DD66E1F4}" destId="{65A757ED-43DB-486C-80E0-E2789B1C880A}" srcOrd="3" destOrd="0" parTransId="{8A98D5DC-4663-4F81-A504-6EFF49251EA4}" sibTransId="{2C8ADF8C-592C-4599-BEE0-D1DE156E1BB8}"/>
    <dgm:cxn modelId="{E7258B6C-7641-49A3-89EA-AB72CB224AEE}" type="presOf" srcId="{51D0E1EA-B564-44E9-B643-04CD1E9EB240}" destId="{2984D264-7316-4D30-BB2E-F10BD57FBD57}" srcOrd="1" destOrd="0" presId="urn:microsoft.com/office/officeart/2005/8/layout/process1"/>
    <dgm:cxn modelId="{68404573-FB98-4018-AA67-74674009AA89}" type="presOf" srcId="{51CD8D79-0E95-4DF3-9640-C984CE1BAF7B}" destId="{700100DD-F8E1-4183-9CA8-265F7C892C0B}" srcOrd="0" destOrd="0" presId="urn:microsoft.com/office/officeart/2005/8/layout/process1"/>
    <dgm:cxn modelId="{A6455954-509B-4CDD-9A7E-0B722CE5FD34}" type="presOf" srcId="{681FE7DC-F303-4DE9-A81C-9447357C2BB8}" destId="{991030E4-0FB2-485F-93C7-E619BAA43E47}" srcOrd="0" destOrd="0" presId="urn:microsoft.com/office/officeart/2005/8/layout/process1"/>
    <dgm:cxn modelId="{601AF255-3323-4D74-8704-1AE8922AE544}" type="presOf" srcId="{2C8ADF8C-592C-4599-BEE0-D1DE156E1BB8}" destId="{35F329EF-3E26-4245-AE45-C40361A1FB32}" srcOrd="0" destOrd="0" presId="urn:microsoft.com/office/officeart/2005/8/layout/process1"/>
    <dgm:cxn modelId="{C78C2858-CB3A-4D1C-9C47-ADAFF46102C6}" type="presOf" srcId="{65A757ED-43DB-486C-80E0-E2789B1C880A}" destId="{34D5F995-C557-4832-8D52-728532A2D384}" srcOrd="0" destOrd="0" presId="urn:microsoft.com/office/officeart/2005/8/layout/process1"/>
    <dgm:cxn modelId="{97F1A67C-E4FC-4ED5-9712-FC33EB278461}" type="presOf" srcId="{EF5DDA74-ECA6-4262-9DD4-AD76DD66E1F4}" destId="{7EEDEB51-52FD-4AB3-8080-7EC40CDEB259}" srcOrd="0" destOrd="0" presId="urn:microsoft.com/office/officeart/2005/8/layout/process1"/>
    <dgm:cxn modelId="{3CD7497D-8489-49D6-85A1-C341D6D49DE9}" srcId="{EF5DDA74-ECA6-4262-9DD4-AD76DD66E1F4}" destId="{36C6CC22-3B32-4464-AC67-B9DD3A915225}" srcOrd="5" destOrd="0" parTransId="{F4943D46-3263-4981-A77E-2FACF8D55283}" sibTransId="{9190D82D-8EDF-4937-8CE3-F3E93407D3C9}"/>
    <dgm:cxn modelId="{26576188-4515-4E1F-85B2-A82906EC8D28}" type="presOf" srcId="{96B9B6C9-84EE-4550-833E-7E342C8C2C7D}" destId="{0E4F6DCE-1D09-49D5-A725-9E6457EC0986}" srcOrd="1" destOrd="0" presId="urn:microsoft.com/office/officeart/2005/8/layout/process1"/>
    <dgm:cxn modelId="{E0846890-8DBA-4670-93C8-8AFB53B0F39D}" type="presOf" srcId="{D0CF1FF6-E240-4BFC-9FC0-88C1C9922388}" destId="{F49108A1-55DE-42CD-8899-081C3B33AAD3}" srcOrd="0" destOrd="0" presId="urn:microsoft.com/office/officeart/2005/8/layout/process1"/>
    <dgm:cxn modelId="{78F65892-A3E0-447F-AE4A-C40F0844742E}" type="presOf" srcId="{B09839CC-4B85-48EC-9C91-CB4759A60E63}" destId="{0230A5C8-6D48-4B11-9405-6751E6AEF72B}" srcOrd="0" destOrd="0" presId="urn:microsoft.com/office/officeart/2005/8/layout/process1"/>
    <dgm:cxn modelId="{9B31DA98-AB2D-44CD-9825-A7EFA3BAF501}" type="presOf" srcId="{2C8ADF8C-592C-4599-BEE0-D1DE156E1BB8}" destId="{75C943AB-A6C1-436A-AE71-5DDD69DA333E}" srcOrd="1" destOrd="0" presId="urn:microsoft.com/office/officeart/2005/8/layout/process1"/>
    <dgm:cxn modelId="{C2D504A2-E695-4DB1-812E-F82C64935967}" type="presOf" srcId="{80B71A80-6E7F-43D5-B772-A275DA1F39E3}" destId="{4839FE22-5503-42E1-B42C-44646FD7B19F}" srcOrd="0" destOrd="0" presId="urn:microsoft.com/office/officeart/2005/8/layout/process1"/>
    <dgm:cxn modelId="{677F29A3-FF5E-43C8-81A2-6551B2EA33AF}" srcId="{EF5DDA74-ECA6-4262-9DD4-AD76DD66E1F4}" destId="{96260C47-AFB4-4EDF-9665-618F244BF375}" srcOrd="1" destOrd="0" parTransId="{07DC7ADA-CA72-474C-88A2-05AA2AA8EE47}" sibTransId="{9F964547-8CD9-4CD3-A07F-AC0C66F6CBA6}"/>
    <dgm:cxn modelId="{323EE4A8-737D-43C6-BDE6-2E540E7E17DD}" type="presOf" srcId="{36C6CC22-3B32-4464-AC67-B9DD3A915225}" destId="{35A974DD-1FEB-44BC-9335-A8F941BDD67F}" srcOrd="0" destOrd="0" presId="urn:microsoft.com/office/officeart/2005/8/layout/process1"/>
    <dgm:cxn modelId="{FD616EA9-7A1E-4B16-BD62-AD0DD81FCC70}" type="presOf" srcId="{96B9B6C9-84EE-4550-833E-7E342C8C2C7D}" destId="{D53A9F20-79D8-44ED-A740-4F183FD98CE7}" srcOrd="0" destOrd="0" presId="urn:microsoft.com/office/officeart/2005/8/layout/process1"/>
    <dgm:cxn modelId="{5C8A57AD-39A7-429F-8BAF-4B9ECF697F45}" type="presOf" srcId="{9190D82D-8EDF-4937-8CE3-F3E93407D3C9}" destId="{D1B5B17F-AE4A-4C9A-851C-1A355DB7FC0D}" srcOrd="0" destOrd="0" presId="urn:microsoft.com/office/officeart/2005/8/layout/process1"/>
    <dgm:cxn modelId="{03C4CBC4-5332-41DF-9719-0F80CBE91EBF}" type="presOf" srcId="{B09839CC-4B85-48EC-9C91-CB4759A60E63}" destId="{45B517ED-BB47-4CDB-A37F-C80E4E97E610}" srcOrd="1" destOrd="0" presId="urn:microsoft.com/office/officeart/2005/8/layout/process1"/>
    <dgm:cxn modelId="{3E7842CE-8CA1-4CEF-A25F-9A7E0734E7E8}" type="presOf" srcId="{73489B45-866E-4178-8D55-804A6D0126FE}" destId="{4ADBC1B7-E0F8-408C-892A-AE02AE630A60}" srcOrd="0" destOrd="0" presId="urn:microsoft.com/office/officeart/2005/8/layout/process1"/>
    <dgm:cxn modelId="{4EC2BFDA-B93E-443B-805F-3625321A120C}" type="presOf" srcId="{56581B69-62BA-42BC-82C6-FDFD8892FB62}" destId="{380E3BD6-02B5-42A1-AEFE-6F6C3287017F}" srcOrd="0" destOrd="0" presId="urn:microsoft.com/office/officeart/2005/8/layout/process1"/>
    <dgm:cxn modelId="{5FDE67DF-F7BD-43D4-880C-E4B66505FB45}" srcId="{EF5DDA74-ECA6-4262-9DD4-AD76DD66E1F4}" destId="{25ECEF1A-9604-42DA-8643-504736AE528A}" srcOrd="4" destOrd="0" parTransId="{F900031D-076C-4CA8-BC57-2EA06C128692}" sibTransId="{51D0E1EA-B564-44E9-B643-04CD1E9EB240}"/>
    <dgm:cxn modelId="{20FB60E0-F100-4AD0-8F2E-7EA130722B1D}" type="presOf" srcId="{51CD8D79-0E95-4DF3-9640-C984CE1BAF7B}" destId="{38D5D6B4-0D95-4381-8B07-6EA8C6261860}" srcOrd="1" destOrd="0" presId="urn:microsoft.com/office/officeart/2005/8/layout/process1"/>
    <dgm:cxn modelId="{72B801F2-B419-4367-ADFC-5B64DA813BEC}" srcId="{EF5DDA74-ECA6-4262-9DD4-AD76DD66E1F4}" destId="{73489B45-866E-4178-8D55-804A6D0126FE}" srcOrd="8" destOrd="0" parTransId="{E4A3F88A-2B98-4C0A-AD7D-5840FC87AC72}" sibTransId="{7C01D690-4CA6-4391-A9BD-0E23848F47A0}"/>
    <dgm:cxn modelId="{33773BF7-BE8E-413F-A276-418672E1CA7B}" srcId="{EF5DDA74-ECA6-4262-9DD4-AD76DD66E1F4}" destId="{681FE7DC-F303-4DE9-A81C-9447357C2BB8}" srcOrd="6" destOrd="0" parTransId="{E4BFA323-8CBC-4776-B8D8-3829806B9823}" sibTransId="{56581B69-62BA-42BC-82C6-FDFD8892FB62}"/>
    <dgm:cxn modelId="{504202F9-244F-4128-AC82-CA69D62293FE}" srcId="{EF5DDA74-ECA6-4262-9DD4-AD76DD66E1F4}" destId="{80B71A80-6E7F-43D5-B772-A275DA1F39E3}" srcOrd="2" destOrd="0" parTransId="{E7B72921-FCAE-40FC-B92B-48CB4CB747AF}" sibTransId="{B09839CC-4B85-48EC-9C91-CB4759A60E63}"/>
    <dgm:cxn modelId="{134E62FE-AB66-4F7E-ABD2-CD2BE265FCDB}" type="presOf" srcId="{25ECEF1A-9604-42DA-8643-504736AE528A}" destId="{66335628-5E45-4A9F-8FBE-EB5EFE2BF4FA}" srcOrd="0" destOrd="0" presId="urn:microsoft.com/office/officeart/2005/8/layout/process1"/>
    <dgm:cxn modelId="{C57EFE51-FECF-42A6-B7F1-9E0753E48208}" type="presParOf" srcId="{7EEDEB51-52FD-4AB3-8080-7EC40CDEB259}" destId="{0E502CD0-6986-442A-9707-20F96D4AA7BA}" srcOrd="0" destOrd="0" presId="urn:microsoft.com/office/officeart/2005/8/layout/process1"/>
    <dgm:cxn modelId="{4FBFFAF8-4E53-4A8A-AE14-E9C0CE66C132}" type="presParOf" srcId="{7EEDEB51-52FD-4AB3-8080-7EC40CDEB259}" destId="{700100DD-F8E1-4183-9CA8-265F7C892C0B}" srcOrd="1" destOrd="0" presId="urn:microsoft.com/office/officeart/2005/8/layout/process1"/>
    <dgm:cxn modelId="{65B8F570-8D57-4AD7-BEE4-E22AF880741C}" type="presParOf" srcId="{700100DD-F8E1-4183-9CA8-265F7C892C0B}" destId="{38D5D6B4-0D95-4381-8B07-6EA8C6261860}" srcOrd="0" destOrd="0" presId="urn:microsoft.com/office/officeart/2005/8/layout/process1"/>
    <dgm:cxn modelId="{7844017B-C466-4375-9FD7-59071653D915}" type="presParOf" srcId="{7EEDEB51-52FD-4AB3-8080-7EC40CDEB259}" destId="{226D5E49-BDE2-440D-AA70-3C4BF8A15718}" srcOrd="2" destOrd="0" presId="urn:microsoft.com/office/officeart/2005/8/layout/process1"/>
    <dgm:cxn modelId="{F3398FE4-3FDA-41D0-AB75-A2120487D7E3}" type="presParOf" srcId="{7EEDEB51-52FD-4AB3-8080-7EC40CDEB259}" destId="{C058BAFC-91FD-44D5-B4E0-2A282F29F13E}" srcOrd="3" destOrd="0" presId="urn:microsoft.com/office/officeart/2005/8/layout/process1"/>
    <dgm:cxn modelId="{A5B830C8-E7F8-42C2-BA24-2CF7C16984AE}" type="presParOf" srcId="{C058BAFC-91FD-44D5-B4E0-2A282F29F13E}" destId="{FD181270-C9F4-4516-B156-EA4B8278681F}" srcOrd="0" destOrd="0" presId="urn:microsoft.com/office/officeart/2005/8/layout/process1"/>
    <dgm:cxn modelId="{62F77E7F-0BDC-42E5-A217-12BD2811CFF2}" type="presParOf" srcId="{7EEDEB51-52FD-4AB3-8080-7EC40CDEB259}" destId="{4839FE22-5503-42E1-B42C-44646FD7B19F}" srcOrd="4" destOrd="0" presId="urn:microsoft.com/office/officeart/2005/8/layout/process1"/>
    <dgm:cxn modelId="{0C23A387-CDB7-4FD1-8B13-D735D1117B1B}" type="presParOf" srcId="{7EEDEB51-52FD-4AB3-8080-7EC40CDEB259}" destId="{0230A5C8-6D48-4B11-9405-6751E6AEF72B}" srcOrd="5" destOrd="0" presId="urn:microsoft.com/office/officeart/2005/8/layout/process1"/>
    <dgm:cxn modelId="{44A1D4FB-CD36-45AF-9D65-52F298129436}" type="presParOf" srcId="{0230A5C8-6D48-4B11-9405-6751E6AEF72B}" destId="{45B517ED-BB47-4CDB-A37F-C80E4E97E610}" srcOrd="0" destOrd="0" presId="urn:microsoft.com/office/officeart/2005/8/layout/process1"/>
    <dgm:cxn modelId="{17048C37-6837-469D-BFAB-14711CEAD07B}" type="presParOf" srcId="{7EEDEB51-52FD-4AB3-8080-7EC40CDEB259}" destId="{34D5F995-C557-4832-8D52-728532A2D384}" srcOrd="6" destOrd="0" presId="urn:microsoft.com/office/officeart/2005/8/layout/process1"/>
    <dgm:cxn modelId="{0A2D86CF-8C94-4158-A95C-659433378302}" type="presParOf" srcId="{7EEDEB51-52FD-4AB3-8080-7EC40CDEB259}" destId="{35F329EF-3E26-4245-AE45-C40361A1FB32}" srcOrd="7" destOrd="0" presId="urn:microsoft.com/office/officeart/2005/8/layout/process1"/>
    <dgm:cxn modelId="{A36798F7-DB49-4899-9673-E6FF97CCB7A6}" type="presParOf" srcId="{35F329EF-3E26-4245-AE45-C40361A1FB32}" destId="{75C943AB-A6C1-436A-AE71-5DDD69DA333E}" srcOrd="0" destOrd="0" presId="urn:microsoft.com/office/officeart/2005/8/layout/process1"/>
    <dgm:cxn modelId="{82E2B58E-0880-42E5-B067-64836FF9C0AD}" type="presParOf" srcId="{7EEDEB51-52FD-4AB3-8080-7EC40CDEB259}" destId="{66335628-5E45-4A9F-8FBE-EB5EFE2BF4FA}" srcOrd="8" destOrd="0" presId="urn:microsoft.com/office/officeart/2005/8/layout/process1"/>
    <dgm:cxn modelId="{5F309DB8-4B4D-4894-8B7A-A4F51DF17511}" type="presParOf" srcId="{7EEDEB51-52FD-4AB3-8080-7EC40CDEB259}" destId="{A3F276EE-F938-4BBA-95F3-D2FE918C8715}" srcOrd="9" destOrd="0" presId="urn:microsoft.com/office/officeart/2005/8/layout/process1"/>
    <dgm:cxn modelId="{A1A15893-325C-41CF-B92F-73817B294342}" type="presParOf" srcId="{A3F276EE-F938-4BBA-95F3-D2FE918C8715}" destId="{2984D264-7316-4D30-BB2E-F10BD57FBD57}" srcOrd="0" destOrd="0" presId="urn:microsoft.com/office/officeart/2005/8/layout/process1"/>
    <dgm:cxn modelId="{374F1937-EFCC-405D-9F2F-0F7C45D364FC}" type="presParOf" srcId="{7EEDEB51-52FD-4AB3-8080-7EC40CDEB259}" destId="{35A974DD-1FEB-44BC-9335-A8F941BDD67F}" srcOrd="10" destOrd="0" presId="urn:microsoft.com/office/officeart/2005/8/layout/process1"/>
    <dgm:cxn modelId="{608A2876-A936-472A-9FE9-0018139BDD10}" type="presParOf" srcId="{7EEDEB51-52FD-4AB3-8080-7EC40CDEB259}" destId="{D1B5B17F-AE4A-4C9A-851C-1A355DB7FC0D}" srcOrd="11" destOrd="0" presId="urn:microsoft.com/office/officeart/2005/8/layout/process1"/>
    <dgm:cxn modelId="{5EB7F1F6-ECCD-4535-85BC-A59C4CFED915}" type="presParOf" srcId="{D1B5B17F-AE4A-4C9A-851C-1A355DB7FC0D}" destId="{25F23C92-79D1-4EA5-890E-9CE379EA9FEC}" srcOrd="0" destOrd="0" presId="urn:microsoft.com/office/officeart/2005/8/layout/process1"/>
    <dgm:cxn modelId="{007A8243-9CA5-4915-9440-BD4A6425E5DA}" type="presParOf" srcId="{7EEDEB51-52FD-4AB3-8080-7EC40CDEB259}" destId="{991030E4-0FB2-485F-93C7-E619BAA43E47}" srcOrd="12" destOrd="0" presId="urn:microsoft.com/office/officeart/2005/8/layout/process1"/>
    <dgm:cxn modelId="{39F2501B-7F7C-4BF1-ACBB-6FC83CFAB48F}" type="presParOf" srcId="{7EEDEB51-52FD-4AB3-8080-7EC40CDEB259}" destId="{380E3BD6-02B5-42A1-AEFE-6F6C3287017F}" srcOrd="13" destOrd="0" presId="urn:microsoft.com/office/officeart/2005/8/layout/process1"/>
    <dgm:cxn modelId="{E96C645F-96B3-4DEE-A6FA-9B0573338508}" type="presParOf" srcId="{380E3BD6-02B5-42A1-AEFE-6F6C3287017F}" destId="{BB994905-BDE1-4DAC-AE52-2ECED620D927}" srcOrd="0" destOrd="0" presId="urn:microsoft.com/office/officeart/2005/8/layout/process1"/>
    <dgm:cxn modelId="{399FA4C7-5C05-43DD-B44A-3348504D7F3C}" type="presParOf" srcId="{7EEDEB51-52FD-4AB3-8080-7EC40CDEB259}" destId="{F49108A1-55DE-42CD-8899-081C3B33AAD3}" srcOrd="14" destOrd="0" presId="urn:microsoft.com/office/officeart/2005/8/layout/process1"/>
    <dgm:cxn modelId="{688C9056-3A98-439A-83FC-D8FD48564AF8}" type="presParOf" srcId="{7EEDEB51-52FD-4AB3-8080-7EC40CDEB259}" destId="{D53A9F20-79D8-44ED-A740-4F183FD98CE7}" srcOrd="15" destOrd="0" presId="urn:microsoft.com/office/officeart/2005/8/layout/process1"/>
    <dgm:cxn modelId="{8B534885-53CE-4D35-B7C5-F7B1E7CA1CE2}" type="presParOf" srcId="{D53A9F20-79D8-44ED-A740-4F183FD98CE7}" destId="{0E4F6DCE-1D09-49D5-A725-9E6457EC0986}" srcOrd="0" destOrd="0" presId="urn:microsoft.com/office/officeart/2005/8/layout/process1"/>
    <dgm:cxn modelId="{4600306E-7E45-4E97-8BFC-A89382AC668E}" type="presParOf" srcId="{7EEDEB51-52FD-4AB3-8080-7EC40CDEB259}" destId="{4ADBC1B7-E0F8-408C-892A-AE02AE630A60}" srcOrd="1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502CD0-6986-442A-9707-20F96D4AA7BA}">
      <dsp:nvSpPr>
        <dsp:cNvPr id="0" name=""/>
        <dsp:cNvSpPr/>
      </dsp:nvSpPr>
      <dsp:spPr>
        <a:xfrm>
          <a:off x="6843" y="1515398"/>
          <a:ext cx="665107" cy="23878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b="1" kern="1200" dirty="0">
              <a:solidFill>
                <a:srgbClr val="FF0000"/>
              </a:solidFill>
            </a:rPr>
            <a:t>IMU</a:t>
          </a:r>
          <a:r>
            <a:rPr lang="zh-CN" altLang="en-US" sz="1400" b="1" kern="1200" dirty="0">
              <a:solidFill>
                <a:srgbClr val="FF0000"/>
              </a:solidFill>
            </a:rPr>
            <a:t> </a:t>
          </a:r>
          <a:r>
            <a:rPr lang="en-US" altLang="zh-CN" sz="1400" b="1" kern="1200" dirty="0">
              <a:solidFill>
                <a:srgbClr val="FF0000"/>
              </a:solidFill>
            </a:rPr>
            <a:t>RAW  DATA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b="1" kern="1200" dirty="0"/>
            <a:t>ACCX3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b="1" kern="1200" dirty="0"/>
            <a:t>GYROX3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b="1" kern="1200" dirty="0"/>
            <a:t>QUATX4</a:t>
          </a:r>
          <a:endParaRPr lang="zh-CN" altLang="en-US" sz="1400" b="1" kern="1200" dirty="0"/>
        </a:p>
      </dsp:txBody>
      <dsp:txXfrm>
        <a:off x="26323" y="1534878"/>
        <a:ext cx="626147" cy="2348910"/>
      </dsp:txXfrm>
    </dsp:sp>
    <dsp:sp modelId="{700100DD-F8E1-4183-9CA8-265F7C892C0B}">
      <dsp:nvSpPr>
        <dsp:cNvPr id="0" name=""/>
        <dsp:cNvSpPr/>
      </dsp:nvSpPr>
      <dsp:spPr>
        <a:xfrm rot="18147779">
          <a:off x="678315" y="1862112"/>
          <a:ext cx="295169" cy="16494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689777" y="1915977"/>
        <a:ext cx="245685" cy="98968"/>
      </dsp:txXfrm>
    </dsp:sp>
    <dsp:sp modelId="{226D5E49-BDE2-440D-AA70-3C4BF8A15718}">
      <dsp:nvSpPr>
        <dsp:cNvPr id="0" name=""/>
        <dsp:cNvSpPr/>
      </dsp:nvSpPr>
      <dsp:spPr>
        <a:xfrm>
          <a:off x="970882" y="0"/>
          <a:ext cx="665107" cy="23878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1" kern="1200" dirty="0"/>
            <a:t>服务器</a:t>
          </a:r>
        </a:p>
      </dsp:txBody>
      <dsp:txXfrm>
        <a:off x="990362" y="19480"/>
        <a:ext cx="626147" cy="2348910"/>
      </dsp:txXfrm>
    </dsp:sp>
    <dsp:sp modelId="{C058BAFC-91FD-44D5-B4E0-2A282F29F13E}">
      <dsp:nvSpPr>
        <dsp:cNvPr id="0" name=""/>
        <dsp:cNvSpPr/>
      </dsp:nvSpPr>
      <dsp:spPr>
        <a:xfrm rot="3560542">
          <a:off x="1634893" y="1875061"/>
          <a:ext cx="242342" cy="16494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1647019" y="1886766"/>
        <a:ext cx="192858" cy="98968"/>
      </dsp:txXfrm>
    </dsp:sp>
    <dsp:sp modelId="{4839FE22-5503-42E1-B42C-44646FD7B19F}">
      <dsp:nvSpPr>
        <dsp:cNvPr id="0" name=""/>
        <dsp:cNvSpPr/>
      </dsp:nvSpPr>
      <dsp:spPr>
        <a:xfrm>
          <a:off x="1869144" y="1515398"/>
          <a:ext cx="665107" cy="23878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600" b="1" kern="1200" dirty="0">
              <a:solidFill>
                <a:srgbClr val="FF0000"/>
              </a:solidFill>
            </a:rPr>
            <a:t>QT ALPHA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b="1" kern="1200" dirty="0">
              <a:solidFill>
                <a:srgbClr val="FF0000"/>
              </a:solidFill>
            </a:rPr>
            <a:t>终端</a:t>
          </a:r>
          <a:r>
            <a:rPr lang="en-US" altLang="zh-CN" sz="1600" b="1" kern="1200" dirty="0">
              <a:solidFill>
                <a:srgbClr val="FF0000"/>
              </a:solidFill>
            </a:rPr>
            <a:t>PC</a:t>
          </a:r>
          <a:endParaRPr lang="zh-CN" altLang="en-US" sz="1600" b="1" kern="1200" dirty="0">
            <a:solidFill>
              <a:srgbClr val="FF0000"/>
            </a:solidFill>
          </a:endParaRPr>
        </a:p>
      </dsp:txBody>
      <dsp:txXfrm>
        <a:off x="1888624" y="1534878"/>
        <a:ext cx="626147" cy="2348910"/>
      </dsp:txXfrm>
    </dsp:sp>
    <dsp:sp modelId="{0230A5C8-6D48-4B11-9405-6751E6AEF72B}">
      <dsp:nvSpPr>
        <dsp:cNvPr id="0" name=""/>
        <dsp:cNvSpPr/>
      </dsp:nvSpPr>
      <dsp:spPr>
        <a:xfrm>
          <a:off x="2600763" y="2626860"/>
          <a:ext cx="141002" cy="16494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2600763" y="2659849"/>
        <a:ext cx="98701" cy="98968"/>
      </dsp:txXfrm>
    </dsp:sp>
    <dsp:sp modelId="{34D5F995-C557-4832-8D52-728532A2D384}">
      <dsp:nvSpPr>
        <dsp:cNvPr id="0" name=""/>
        <dsp:cNvSpPr/>
      </dsp:nvSpPr>
      <dsp:spPr>
        <a:xfrm>
          <a:off x="2800295" y="1515398"/>
          <a:ext cx="665107" cy="23878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1" kern="1200" dirty="0"/>
            <a:t>数据流整理</a:t>
          </a:r>
          <a:endParaRPr lang="en-US" altLang="zh-CN" sz="1100" b="1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b="1" kern="1200" dirty="0">
              <a:solidFill>
                <a:srgbClr val="C00000"/>
              </a:solidFill>
            </a:rPr>
            <a:t>HR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b="1" kern="1200" dirty="0">
              <a:solidFill>
                <a:srgbClr val="C00000"/>
              </a:solidFill>
            </a:rPr>
            <a:t>SPO2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b="1" kern="1200" dirty="0">
              <a:solidFill>
                <a:srgbClr val="C00000"/>
              </a:solidFill>
            </a:rPr>
            <a:t>IMUx12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100" kern="1200" dirty="0"/>
        </a:p>
      </dsp:txBody>
      <dsp:txXfrm>
        <a:off x="2819775" y="1534878"/>
        <a:ext cx="626147" cy="2348910"/>
      </dsp:txXfrm>
    </dsp:sp>
    <dsp:sp modelId="{35F329EF-3E26-4245-AE45-C40361A1FB32}">
      <dsp:nvSpPr>
        <dsp:cNvPr id="0" name=""/>
        <dsp:cNvSpPr/>
      </dsp:nvSpPr>
      <dsp:spPr>
        <a:xfrm>
          <a:off x="3531913" y="2626860"/>
          <a:ext cx="141002" cy="16494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3531913" y="2659849"/>
        <a:ext cx="98701" cy="98968"/>
      </dsp:txXfrm>
    </dsp:sp>
    <dsp:sp modelId="{66335628-5E45-4A9F-8FBE-EB5EFE2BF4FA}">
      <dsp:nvSpPr>
        <dsp:cNvPr id="0" name=""/>
        <dsp:cNvSpPr/>
      </dsp:nvSpPr>
      <dsp:spPr>
        <a:xfrm>
          <a:off x="3731446" y="1515398"/>
          <a:ext cx="665107" cy="23878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1" kern="1200" dirty="0"/>
            <a:t>滑动时间窗口 </a:t>
          </a:r>
          <a:r>
            <a:rPr lang="en-US" altLang="zh-CN" sz="1100" b="1" kern="1200" dirty="0"/>
            <a:t>5S</a:t>
          </a:r>
          <a:r>
            <a:rPr lang="zh-CN" altLang="en-US" sz="1100" b="1" kern="1200" dirty="0"/>
            <a:t>处理数据</a:t>
          </a:r>
        </a:p>
      </dsp:txBody>
      <dsp:txXfrm>
        <a:off x="3750926" y="1534878"/>
        <a:ext cx="626147" cy="2348910"/>
      </dsp:txXfrm>
    </dsp:sp>
    <dsp:sp modelId="{A3F276EE-F938-4BBA-95F3-D2FE918C8715}">
      <dsp:nvSpPr>
        <dsp:cNvPr id="0" name=""/>
        <dsp:cNvSpPr/>
      </dsp:nvSpPr>
      <dsp:spPr>
        <a:xfrm>
          <a:off x="4463064" y="2626860"/>
          <a:ext cx="141002" cy="16494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4463064" y="2659849"/>
        <a:ext cx="98701" cy="98968"/>
      </dsp:txXfrm>
    </dsp:sp>
    <dsp:sp modelId="{35A974DD-1FEB-44BC-9335-A8F941BDD67F}">
      <dsp:nvSpPr>
        <dsp:cNvPr id="0" name=""/>
        <dsp:cNvSpPr/>
      </dsp:nvSpPr>
      <dsp:spPr>
        <a:xfrm>
          <a:off x="4662596" y="1515398"/>
          <a:ext cx="665107" cy="23878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每个时间窗口（</a:t>
          </a:r>
          <a:r>
            <a:rPr lang="en-US" altLang="zh-CN" sz="1100" kern="1200" dirty="0"/>
            <a:t>5</a:t>
          </a:r>
          <a:r>
            <a:rPr lang="zh-CN" altLang="en-US" sz="1100" kern="1200" dirty="0"/>
            <a:t>秒）进行一次计算</a:t>
          </a:r>
          <a:endParaRPr lang="en-US" altLang="zh-CN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b="1" kern="1200" dirty="0">
              <a:solidFill>
                <a:srgbClr val="C00000"/>
              </a:solidFill>
            </a:rPr>
            <a:t>RI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b="1" kern="1200" dirty="0">
              <a:solidFill>
                <a:srgbClr val="C00000"/>
              </a:solidFill>
            </a:rPr>
            <a:t>FI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b="1" kern="1200" dirty="0">
              <a:solidFill>
                <a:srgbClr val="C00000"/>
              </a:solidFill>
            </a:rPr>
            <a:t>TFI</a:t>
          </a:r>
        </a:p>
      </dsp:txBody>
      <dsp:txXfrm>
        <a:off x="4682076" y="1534878"/>
        <a:ext cx="626147" cy="2348910"/>
      </dsp:txXfrm>
    </dsp:sp>
    <dsp:sp modelId="{D1B5B17F-AE4A-4C9A-851C-1A355DB7FC0D}">
      <dsp:nvSpPr>
        <dsp:cNvPr id="0" name=""/>
        <dsp:cNvSpPr/>
      </dsp:nvSpPr>
      <dsp:spPr>
        <a:xfrm>
          <a:off x="5394215" y="2626860"/>
          <a:ext cx="141002" cy="16494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5394215" y="2659849"/>
        <a:ext cx="98701" cy="98968"/>
      </dsp:txXfrm>
    </dsp:sp>
    <dsp:sp modelId="{991030E4-0FB2-485F-93C7-E619BAA43E47}">
      <dsp:nvSpPr>
        <dsp:cNvPr id="0" name=""/>
        <dsp:cNvSpPr/>
      </dsp:nvSpPr>
      <dsp:spPr>
        <a:xfrm>
          <a:off x="5593747" y="1515398"/>
          <a:ext cx="665107" cy="23878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/>
            <a:t>数据显示</a:t>
          </a:r>
          <a:endParaRPr lang="en-US" altLang="zh-CN" sz="1400" b="1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100" kern="1200" dirty="0"/>
        </a:p>
      </dsp:txBody>
      <dsp:txXfrm>
        <a:off x="5613227" y="1534878"/>
        <a:ext cx="626147" cy="2348910"/>
      </dsp:txXfrm>
    </dsp:sp>
    <dsp:sp modelId="{380E3BD6-02B5-42A1-AEFE-6F6C3287017F}">
      <dsp:nvSpPr>
        <dsp:cNvPr id="0" name=""/>
        <dsp:cNvSpPr/>
      </dsp:nvSpPr>
      <dsp:spPr>
        <a:xfrm>
          <a:off x="6325366" y="2626860"/>
          <a:ext cx="141002" cy="16494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6325366" y="2659849"/>
        <a:ext cx="98701" cy="98968"/>
      </dsp:txXfrm>
    </dsp:sp>
    <dsp:sp modelId="{F49108A1-55DE-42CD-8899-081C3B33AAD3}">
      <dsp:nvSpPr>
        <dsp:cNvPr id="0" name=""/>
        <dsp:cNvSpPr/>
      </dsp:nvSpPr>
      <dsp:spPr>
        <a:xfrm>
          <a:off x="6524898" y="1515398"/>
          <a:ext cx="665107" cy="2387870"/>
        </a:xfrm>
        <a:prstGeom prst="flowChartDecisi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zh-CN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400" b="1" kern="1200" dirty="0">
              <a:solidFill>
                <a:srgbClr val="C00000"/>
              </a:solidFill>
            </a:rPr>
            <a:t>是否预警</a:t>
          </a:r>
        </a:p>
      </dsp:txBody>
      <dsp:txXfrm>
        <a:off x="6691175" y="2112366"/>
        <a:ext cx="332553" cy="1193935"/>
      </dsp:txXfrm>
    </dsp:sp>
    <dsp:sp modelId="{D53A9F20-79D8-44ED-A740-4F183FD98CE7}">
      <dsp:nvSpPr>
        <dsp:cNvPr id="0" name=""/>
        <dsp:cNvSpPr/>
      </dsp:nvSpPr>
      <dsp:spPr>
        <a:xfrm>
          <a:off x="7256516" y="2626860"/>
          <a:ext cx="141002" cy="164946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600" kern="1200"/>
        </a:p>
      </dsp:txBody>
      <dsp:txXfrm>
        <a:off x="7256516" y="2659849"/>
        <a:ext cx="98701" cy="98968"/>
      </dsp:txXfrm>
    </dsp:sp>
    <dsp:sp modelId="{4ADBC1B7-E0F8-408C-892A-AE02AE630A60}">
      <dsp:nvSpPr>
        <dsp:cNvPr id="0" name=""/>
        <dsp:cNvSpPr/>
      </dsp:nvSpPr>
      <dsp:spPr>
        <a:xfrm>
          <a:off x="7456049" y="1515398"/>
          <a:ext cx="665107" cy="238787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1" kern="1200" dirty="0">
              <a:solidFill>
                <a:srgbClr val="C00000"/>
              </a:solidFill>
            </a:rPr>
            <a:t>发送预警信号到手表</a:t>
          </a:r>
          <a:endParaRPr lang="en-US" altLang="zh-CN" sz="1100" b="1" kern="1200" dirty="0">
            <a:solidFill>
              <a:srgbClr val="C00000"/>
            </a:solidFill>
          </a:endParaRP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b="1" kern="1200" dirty="0">
              <a:solidFill>
                <a:srgbClr val="FF0000"/>
              </a:solidFill>
            </a:rPr>
            <a:t>显示预警提示</a:t>
          </a:r>
        </a:p>
      </dsp:txBody>
      <dsp:txXfrm>
        <a:off x="7475529" y="1534878"/>
        <a:ext cx="626147" cy="23489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07D99-CC80-46A2-BAA4-867A314AB8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A4903D2-B42D-44F1-BE3F-94265A29E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88C663-ED9A-4321-9E75-C152F8B1A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2B4F-784D-4CD6-9B34-4D8EBECDF649}" type="datetimeFigureOut">
              <a:rPr lang="zh-CN" altLang="en-US" smtClean="0"/>
              <a:t>2023/11/5 Sunday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743B25-4054-4489-91B6-94815D633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AE421C-5128-4348-8F07-55D3635D6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5589-1A51-41F0-9A21-1FF6DBC74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905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252763-1617-43B9-968D-579C0E416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A2F87E-F0CF-42AD-BFAA-05CB8EBF5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C62E2A-88FF-4773-9208-F7FDF91D2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2B4F-784D-4CD6-9B34-4D8EBECDF649}" type="datetimeFigureOut">
              <a:rPr lang="zh-CN" altLang="en-US" smtClean="0"/>
              <a:t>2023/11/5 Sunday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81F1A4-6817-4F22-8AEF-FCCAA3CCF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0F05D8-87F8-49DB-AAB4-F6822FB2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5589-1A51-41F0-9A21-1FF6DBC74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76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129FBC-F774-4F3E-87DE-3D992DA5F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FD7AC5-1A92-4A12-9764-62B856184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B9BB68-3295-4968-97A3-7219E28C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2B4F-784D-4CD6-9B34-4D8EBECDF649}" type="datetimeFigureOut">
              <a:rPr lang="zh-CN" altLang="en-US" smtClean="0"/>
              <a:t>2023/11/5 Sunday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880DD5-73E8-465D-B726-A99FFF82F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62E6CD-C523-4D53-AD96-623A9111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5589-1A51-41F0-9A21-1FF6DBC74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194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1CBD9D-5960-497D-83BF-0A6143462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818E6D-396B-47E0-83A2-62400ECA07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7AE6331-560D-4162-B37C-B7D2E3334E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326EE0-B06D-45FC-8348-AC42C0566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2B4F-784D-4CD6-9B34-4D8EBECDF649}" type="datetimeFigureOut">
              <a:rPr lang="zh-CN" altLang="en-US" smtClean="0"/>
              <a:t>2023/11/5 Sunday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BC6A42-F76B-4059-98B7-060EBC081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41AFD1-A901-4341-883F-FDBD08CD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5589-1A51-41F0-9A21-1FF6DBC74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731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2387F5-403D-4CFE-9318-83F7CB501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A62A69-82E8-415E-AA7B-05E69DCBD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AD06DE-B770-4AFD-A917-DD7504263E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F8F707E-CAC3-4107-A42C-4B8CB93F54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822BBD0-2D5E-40BE-A939-1E2677D3AE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DEB3877-D04E-475D-B4AF-E02F2D921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2B4F-784D-4CD6-9B34-4D8EBECDF649}" type="datetimeFigureOut">
              <a:rPr lang="zh-CN" altLang="en-US" smtClean="0"/>
              <a:t>2023/11/5 Sunday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06BBE61-0EAE-452B-8D1C-363D80F80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EBDD7C1-36F3-4CE3-A4E1-21E704AEA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5589-1A51-41F0-9A21-1FF6DBC74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724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B4BF13-036A-4F67-97D5-D64CE82E1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7B0A92-0A48-4D99-9AF2-89990A75F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2B4F-784D-4CD6-9B34-4D8EBECDF649}" type="datetimeFigureOut">
              <a:rPr lang="zh-CN" altLang="en-US" smtClean="0"/>
              <a:t>2023/11/5 Sunday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71CF16D-6C5D-472C-89FA-021459991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BD90571-1BC1-4BF3-A26B-FB859AE89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5589-1A51-41F0-9A21-1FF6DBC74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5629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97B39F4-239D-4C8D-B133-6C9C4088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2B4F-784D-4CD6-9B34-4D8EBECDF649}" type="datetimeFigureOut">
              <a:rPr lang="zh-CN" altLang="en-US" smtClean="0"/>
              <a:t>2023/11/5 Sunday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A9B8691-A2E7-461C-9D29-15DDCD96D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F871D7-FEB8-48A9-9834-6592C9B2A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5589-1A51-41F0-9A21-1FF6DBC74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649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13547E-4554-49FD-B60D-62EFFDE97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D15BC3-0E71-44AA-9297-8B7DFBA3E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B94956-C5F6-4BE7-B8C4-D5A8066757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DDFC83-5969-4AF2-A29C-360CBAB72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2B4F-784D-4CD6-9B34-4D8EBECDF649}" type="datetimeFigureOut">
              <a:rPr lang="zh-CN" altLang="en-US" smtClean="0"/>
              <a:t>2023/11/5 Sunday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4AEB18-774C-4A52-83B4-337EF9AC7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5467E0-17BD-48AC-A1F6-BC108AC0E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5589-1A51-41F0-9A21-1FF6DBC74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188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B25806-2A91-4701-A459-7DF50F529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EFD3FF7-E8E2-4B0A-9F7C-C8400F2A7D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3F33CC4-675D-4443-9D99-7B4AC4B7F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AF55AC-B491-4587-86F2-146C9A74A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2B4F-784D-4CD6-9B34-4D8EBECDF649}" type="datetimeFigureOut">
              <a:rPr lang="zh-CN" altLang="en-US" smtClean="0"/>
              <a:t>2023/11/5 Sunday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B15857-43B2-470E-9650-C85478595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74964D-3801-4CA0-A856-1C8E3F3E6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5589-1A51-41F0-9A21-1FF6DBC74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09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98C9C7-2837-4298-9FAF-C6594A487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90A5B29-EFC2-4192-BA32-D2BF22FB83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8D847F-AA41-4C31-A3ED-A006E070B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2B4F-784D-4CD6-9B34-4D8EBECDF649}" type="datetimeFigureOut">
              <a:rPr lang="zh-CN" altLang="en-US" smtClean="0"/>
              <a:t>2023/11/5 Sunday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8745CF-FEBD-49A0-8430-DA5C0D5CB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9BCF01-EDC9-4F1F-B17A-B3BA8A22D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5589-1A51-41F0-9A21-1FF6DBC74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636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0FA394E-0079-4C48-B691-6BB4F1F1F1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CC31A7-4BFD-4721-BF88-38F47A96A5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24BC91-7477-4090-BD18-6D77B8456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2B4F-784D-4CD6-9B34-4D8EBECDF649}" type="datetimeFigureOut">
              <a:rPr lang="zh-CN" altLang="en-US" smtClean="0"/>
              <a:t>2023/11/5 Sunday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4EA42C-4406-4C8A-B011-EB01CFAEF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EB17D2-802F-4A39-826F-C40CB0481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B5589-1A51-41F0-9A21-1FF6DBC74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258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1EB5E28-CDC3-4F34-8C16-D48DEAFA2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E44DEA-3201-4F6B-B38D-E6583B0DB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49BA50-3C5E-483B-A626-9C6C3C2616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52B4F-784D-4CD6-9B34-4D8EBECDF649}" type="datetimeFigureOut">
              <a:rPr lang="zh-CN" altLang="en-US" smtClean="0"/>
              <a:t>2023/11/5 Sunday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8EA2D0-2D89-48FB-9DE9-DF025A70F0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B1EE86-A397-41AD-A41C-FAD964CDD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4B5589-1A51-41F0-9A21-1FF6DBC748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398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543694-D73D-EDD5-F4C7-196B005F46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国家重点研发计划中期工作验收汇报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6CFC40C-9A61-3DB6-7A7C-FAB6E80FAC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7897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A1CA70-2B66-42BA-A858-217C83338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E63CE92-A1B0-4B52-B190-2C15D9BA1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D9F9BF3-119B-4CE7-8B1B-284237042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37" y="300037"/>
            <a:ext cx="11210925" cy="625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867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C3D481-4946-4C07-A284-96C5FAA25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b="1" dirty="0"/>
              <a:t>多节点长续航人体姿态数据采集</a:t>
            </a:r>
            <a:br>
              <a:rPr lang="zh-CN" altLang="zh-CN" dirty="0"/>
            </a:br>
            <a:r>
              <a:rPr lang="zh-CN" altLang="zh-CN" b="1" dirty="0"/>
              <a:t>和数据离线保存系统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E4195D2-704D-4A1B-9A85-196F08882325}"/>
              </a:ext>
            </a:extLst>
          </p:cNvPr>
          <p:cNvSpPr txBox="1"/>
          <p:nvPr/>
        </p:nvSpPr>
        <p:spPr>
          <a:xfrm>
            <a:off x="3310225" y="1964637"/>
            <a:ext cx="1548000" cy="30777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打开传感器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7E2EC23-8109-4C8B-8A95-388777363283}"/>
              </a:ext>
            </a:extLst>
          </p:cNvPr>
          <p:cNvSpPr txBox="1"/>
          <p:nvPr/>
        </p:nvSpPr>
        <p:spPr>
          <a:xfrm>
            <a:off x="4411055" y="2692624"/>
            <a:ext cx="1548000" cy="30777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连接传感器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06C72F2-9223-41DB-8895-F4329509EB9E}"/>
              </a:ext>
            </a:extLst>
          </p:cNvPr>
          <p:cNvSpPr txBox="1"/>
          <p:nvPr/>
        </p:nvSpPr>
        <p:spPr>
          <a:xfrm>
            <a:off x="2095463" y="2692624"/>
            <a:ext cx="1548000" cy="30777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手机扫描设备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D5DAA3A-AB9F-43D4-86B4-0F901198B617}"/>
              </a:ext>
            </a:extLst>
          </p:cNvPr>
          <p:cNvSpPr txBox="1"/>
          <p:nvPr/>
        </p:nvSpPr>
        <p:spPr>
          <a:xfrm>
            <a:off x="2095462" y="3420611"/>
            <a:ext cx="1548000" cy="30777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设定采集方方法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BCD69D0-8A90-4185-A8DD-9ABA214C10CE}"/>
              </a:ext>
            </a:extLst>
          </p:cNvPr>
          <p:cNvSpPr txBox="1"/>
          <p:nvPr/>
        </p:nvSpPr>
        <p:spPr>
          <a:xfrm>
            <a:off x="4411055" y="3420611"/>
            <a:ext cx="1548000" cy="30777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识别传感器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D1802EC-18FE-4A4F-8127-DE3579C222F9}"/>
              </a:ext>
            </a:extLst>
          </p:cNvPr>
          <p:cNvSpPr txBox="1"/>
          <p:nvPr/>
        </p:nvSpPr>
        <p:spPr>
          <a:xfrm>
            <a:off x="2095462" y="4162066"/>
            <a:ext cx="1548000" cy="30777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开始采集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3C5BCE4-92B3-4456-B3BC-6287C35D95D0}"/>
              </a:ext>
            </a:extLst>
          </p:cNvPr>
          <p:cNvSpPr txBox="1"/>
          <p:nvPr/>
        </p:nvSpPr>
        <p:spPr>
          <a:xfrm>
            <a:off x="4411054" y="4148598"/>
            <a:ext cx="1562472" cy="30777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数据整理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CDEDAA5-92F5-449C-93E0-8B9F2A6472C8}"/>
              </a:ext>
            </a:extLst>
          </p:cNvPr>
          <p:cNvSpPr txBox="1"/>
          <p:nvPr/>
        </p:nvSpPr>
        <p:spPr>
          <a:xfrm>
            <a:off x="4411054" y="4863117"/>
            <a:ext cx="1562472" cy="30777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数据导出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CAB15F9-6438-475F-91BD-4E8894692A8C}"/>
              </a:ext>
            </a:extLst>
          </p:cNvPr>
          <p:cNvSpPr txBox="1"/>
          <p:nvPr/>
        </p:nvSpPr>
        <p:spPr>
          <a:xfrm>
            <a:off x="4411054" y="5604572"/>
            <a:ext cx="1548000" cy="30777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数据分析</a:t>
            </a:r>
          </a:p>
        </p:txBody>
      </p:sp>
      <p:cxnSp>
        <p:nvCxnSpPr>
          <p:cNvPr id="35" name="连接符: 肘形 34">
            <a:extLst>
              <a:ext uri="{FF2B5EF4-FFF2-40B4-BE49-F238E27FC236}">
                <a16:creationId xmlns:a16="http://schemas.microsoft.com/office/drawing/2014/main" id="{6872D73F-594B-494D-936D-DE85819008B4}"/>
              </a:ext>
            </a:extLst>
          </p:cNvPr>
          <p:cNvCxnSpPr>
            <a:stCxn id="26" idx="1"/>
            <a:endCxn id="28" idx="0"/>
          </p:cNvCxnSpPr>
          <p:nvPr/>
        </p:nvCxnSpPr>
        <p:spPr>
          <a:xfrm rot="10800000" flipV="1">
            <a:off x="2869463" y="2118526"/>
            <a:ext cx="440762" cy="57409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0B061B7B-B15F-487C-8E36-7C0C8BF05A42}"/>
              </a:ext>
            </a:extLst>
          </p:cNvPr>
          <p:cNvCxnSpPr>
            <a:stCxn id="26" idx="3"/>
            <a:endCxn id="27" idx="0"/>
          </p:cNvCxnSpPr>
          <p:nvPr/>
        </p:nvCxnSpPr>
        <p:spPr>
          <a:xfrm>
            <a:off x="4858225" y="2118526"/>
            <a:ext cx="326830" cy="57409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C89DC36E-072E-4061-A786-39F101245372}"/>
              </a:ext>
            </a:extLst>
          </p:cNvPr>
          <p:cNvCxnSpPr>
            <a:stCxn id="28" idx="2"/>
            <a:endCxn id="29" idx="0"/>
          </p:cNvCxnSpPr>
          <p:nvPr/>
        </p:nvCxnSpPr>
        <p:spPr>
          <a:xfrm flipH="1">
            <a:off x="2869462" y="3000401"/>
            <a:ext cx="1" cy="4202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CF7812B7-0E7D-4816-A7D0-E0D9F6441A59}"/>
              </a:ext>
            </a:extLst>
          </p:cNvPr>
          <p:cNvCxnSpPr>
            <a:stCxn id="29" idx="2"/>
            <a:endCxn id="31" idx="0"/>
          </p:cNvCxnSpPr>
          <p:nvPr/>
        </p:nvCxnSpPr>
        <p:spPr>
          <a:xfrm>
            <a:off x="2869462" y="3728388"/>
            <a:ext cx="0" cy="4336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F12AD6AA-3041-45B1-955A-A656196E14AC}"/>
              </a:ext>
            </a:extLst>
          </p:cNvPr>
          <p:cNvCxnSpPr/>
          <p:nvPr/>
        </p:nvCxnSpPr>
        <p:spPr>
          <a:xfrm flipH="1">
            <a:off x="5192290" y="3013869"/>
            <a:ext cx="1" cy="4202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913B9F32-C8CA-40F1-9C87-65E95B59D220}"/>
              </a:ext>
            </a:extLst>
          </p:cNvPr>
          <p:cNvCxnSpPr/>
          <p:nvPr/>
        </p:nvCxnSpPr>
        <p:spPr>
          <a:xfrm flipH="1">
            <a:off x="5192290" y="3741856"/>
            <a:ext cx="1" cy="4202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01CE10DB-36DF-4040-B49D-E53CAFE003DD}"/>
              </a:ext>
            </a:extLst>
          </p:cNvPr>
          <p:cNvCxnSpPr/>
          <p:nvPr/>
        </p:nvCxnSpPr>
        <p:spPr>
          <a:xfrm flipH="1">
            <a:off x="5192290" y="4456375"/>
            <a:ext cx="1" cy="4202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C74886AD-0A7C-45CF-8907-C31A8DAB3B60}"/>
              </a:ext>
            </a:extLst>
          </p:cNvPr>
          <p:cNvCxnSpPr/>
          <p:nvPr/>
        </p:nvCxnSpPr>
        <p:spPr>
          <a:xfrm flipH="1">
            <a:off x="5185054" y="5170894"/>
            <a:ext cx="1" cy="4202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07365B46-9AE8-46BF-B304-570D29AA0D05}"/>
              </a:ext>
            </a:extLst>
          </p:cNvPr>
          <p:cNvCxnSpPr>
            <a:cxnSpLocks/>
            <a:stCxn id="44" idx="3"/>
            <a:endCxn id="27" idx="1"/>
          </p:cNvCxnSpPr>
          <p:nvPr/>
        </p:nvCxnSpPr>
        <p:spPr>
          <a:xfrm flipV="1">
            <a:off x="3645023" y="2846513"/>
            <a:ext cx="766032" cy="224026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DFD83D7E-138D-4BB3-B6AD-9D610B4C6EE6}"/>
              </a:ext>
            </a:extLst>
          </p:cNvPr>
          <p:cNvSpPr txBox="1"/>
          <p:nvPr/>
        </p:nvSpPr>
        <p:spPr>
          <a:xfrm>
            <a:off x="2097023" y="4932886"/>
            <a:ext cx="1548000" cy="30777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/>
              <a:t>结束采集</a:t>
            </a:r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AB9C2BDD-A22D-4457-B865-DB484A013FE7}"/>
              </a:ext>
            </a:extLst>
          </p:cNvPr>
          <p:cNvCxnSpPr/>
          <p:nvPr/>
        </p:nvCxnSpPr>
        <p:spPr>
          <a:xfrm>
            <a:off x="2869462" y="4487500"/>
            <a:ext cx="0" cy="4336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7626E50A-D4AF-4B64-A0E4-E077FC687B5E}"/>
              </a:ext>
            </a:extLst>
          </p:cNvPr>
          <p:cNvSpPr txBox="1"/>
          <p:nvPr/>
        </p:nvSpPr>
        <p:spPr>
          <a:xfrm>
            <a:off x="1010908" y="2706092"/>
            <a:ext cx="9587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手机端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2367A8B0-B6D4-46B9-A479-2E954CC8AFE9}"/>
              </a:ext>
            </a:extLst>
          </p:cNvPr>
          <p:cNvSpPr txBox="1"/>
          <p:nvPr/>
        </p:nvSpPr>
        <p:spPr>
          <a:xfrm>
            <a:off x="6139003" y="2725054"/>
            <a:ext cx="117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电脑端</a:t>
            </a:r>
          </a:p>
        </p:txBody>
      </p:sp>
    </p:spTree>
    <p:extLst>
      <p:ext uri="{BB962C8B-B14F-4D97-AF65-F5344CB8AC3E}">
        <p14:creationId xmlns:p14="http://schemas.microsoft.com/office/powerpoint/2010/main" val="2706840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1A9692-0E85-43B9-8DE1-57C5340F1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53DE14-7B0B-4C29-BD88-3669791D0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AE0A46C-10A8-45FC-A5B4-7FCE02FDD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6066"/>
            <a:ext cx="7391400" cy="256924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DCE1FCF-870F-4DAF-9BFC-CE7660714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372" y="3110247"/>
            <a:ext cx="7498228" cy="3623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369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图示 3">
            <a:extLst>
              <a:ext uri="{FF2B5EF4-FFF2-40B4-BE49-F238E27FC236}">
                <a16:creationId xmlns:a16="http://schemas.microsoft.com/office/drawing/2014/main" id="{945C12B5-7425-47FA-B12E-AF9F3175FB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7420284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A5505E8A-B175-447D-89B3-B237852BF9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1419" y="5069770"/>
            <a:ext cx="2926396" cy="1781754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1C651E1-9916-49FC-B82B-DF16563E3CF1}"/>
              </a:ext>
            </a:extLst>
          </p:cNvPr>
          <p:cNvCxnSpPr/>
          <p:nvPr/>
        </p:nvCxnSpPr>
        <p:spPr>
          <a:xfrm>
            <a:off x="6496452" y="5058165"/>
            <a:ext cx="63304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8526F75A-9924-461D-BF01-6F19D77FB98D}"/>
              </a:ext>
            </a:extLst>
          </p:cNvPr>
          <p:cNvSpPr txBox="1"/>
          <p:nvPr/>
        </p:nvSpPr>
        <p:spPr>
          <a:xfrm>
            <a:off x="6374516" y="4691023"/>
            <a:ext cx="16981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sliding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window</a:t>
            </a:r>
            <a:endParaRPr lang="zh-CN" altLang="en-US" sz="16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38A3D3B-CE6A-4FBF-ABC3-8EB788BBB3BF}"/>
              </a:ext>
            </a:extLst>
          </p:cNvPr>
          <p:cNvSpPr txBox="1"/>
          <p:nvPr/>
        </p:nvSpPr>
        <p:spPr>
          <a:xfrm>
            <a:off x="2659296" y="3111351"/>
            <a:ext cx="714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WIFI</a:t>
            </a:r>
            <a:r>
              <a:rPr lang="zh-CN" altLang="en-US" sz="1600" dirty="0">
                <a:solidFill>
                  <a:srgbClr val="FF0000"/>
                </a:solidFill>
              </a:rPr>
              <a:t>？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B5038DE-4D3F-41DF-9672-16B0248A7A60}"/>
              </a:ext>
            </a:extLst>
          </p:cNvPr>
          <p:cNvCxnSpPr>
            <a:cxnSpLocks/>
          </p:cNvCxnSpPr>
          <p:nvPr/>
        </p:nvCxnSpPr>
        <p:spPr>
          <a:xfrm>
            <a:off x="2771165" y="4163096"/>
            <a:ext cx="1093569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A2134C3-013B-4387-81DC-28BB14687B8B}"/>
              </a:ext>
            </a:extLst>
          </p:cNvPr>
          <p:cNvGrpSpPr/>
          <p:nvPr/>
        </p:nvGrpSpPr>
        <p:grpSpPr>
          <a:xfrm>
            <a:off x="1894564" y="305005"/>
            <a:ext cx="714694" cy="1523999"/>
            <a:chOff x="2844799" y="1947333"/>
            <a:chExt cx="1016000" cy="1523999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1B26B3A9-C739-455C-A7B3-042F6A8945E6}"/>
                </a:ext>
              </a:extLst>
            </p:cNvPr>
            <p:cNvSpPr/>
            <p:nvPr/>
          </p:nvSpPr>
          <p:spPr>
            <a:xfrm>
              <a:off x="2844799" y="1947333"/>
              <a:ext cx="1016000" cy="1523999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8" name="矩形: 圆角 4">
              <a:extLst>
                <a:ext uri="{FF2B5EF4-FFF2-40B4-BE49-F238E27FC236}">
                  <a16:creationId xmlns:a16="http://schemas.microsoft.com/office/drawing/2014/main" id="{61DE1995-41F3-467E-A26A-E9EEE8300FD9}"/>
                </a:ext>
              </a:extLst>
            </p:cNvPr>
            <p:cNvSpPr txBox="1"/>
            <p:nvPr/>
          </p:nvSpPr>
          <p:spPr>
            <a:xfrm>
              <a:off x="2874557" y="1977091"/>
              <a:ext cx="956484" cy="14644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200" b="1" kern="1200" dirty="0">
                  <a:solidFill>
                    <a:srgbClr val="FF0000"/>
                  </a:solidFill>
                </a:rPr>
                <a:t>WATCH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b="1" kern="1200" dirty="0">
                  <a:solidFill>
                    <a:schemeClr val="tx1"/>
                  </a:solidFill>
                </a:rPr>
                <a:t>HR</a:t>
              </a:r>
            </a:p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1600" b="1" dirty="0">
                  <a:solidFill>
                    <a:schemeClr val="tx1"/>
                  </a:solidFill>
                </a:rPr>
                <a:t>SPO2</a:t>
              </a:r>
              <a:endParaRPr lang="zh-CN" altLang="en-US" sz="1600" b="1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9B5EC2C-2CD4-494E-A9D8-1FAA8967BE07}"/>
              </a:ext>
            </a:extLst>
          </p:cNvPr>
          <p:cNvGrpSpPr/>
          <p:nvPr/>
        </p:nvGrpSpPr>
        <p:grpSpPr>
          <a:xfrm rot="2829136">
            <a:off x="2713723" y="1141672"/>
            <a:ext cx="251968" cy="349872"/>
            <a:chOff x="1125184" y="1758548"/>
            <a:chExt cx="251968" cy="349872"/>
          </a:xfrm>
        </p:grpSpPr>
        <p:sp>
          <p:nvSpPr>
            <p:cNvPr id="20" name="箭头: 右 19">
              <a:extLst>
                <a:ext uri="{FF2B5EF4-FFF2-40B4-BE49-F238E27FC236}">
                  <a16:creationId xmlns:a16="http://schemas.microsoft.com/office/drawing/2014/main" id="{53DE2917-3415-4EE0-B7EB-8E5F61704774}"/>
                </a:ext>
              </a:extLst>
            </p:cNvPr>
            <p:cNvSpPr/>
            <p:nvPr/>
          </p:nvSpPr>
          <p:spPr>
            <a:xfrm rot="18826053">
              <a:off x="1076232" y="1807500"/>
              <a:ext cx="349872" cy="251968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dk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dk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dk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1" name="箭头: 右 4">
              <a:extLst>
                <a:ext uri="{FF2B5EF4-FFF2-40B4-BE49-F238E27FC236}">
                  <a16:creationId xmlns:a16="http://schemas.microsoft.com/office/drawing/2014/main" id="{E1BBB617-262C-4240-8948-7467F983A770}"/>
                </a:ext>
              </a:extLst>
            </p:cNvPr>
            <p:cNvSpPr txBox="1"/>
            <p:nvPr/>
          </p:nvSpPr>
          <p:spPr>
            <a:xfrm rot="18826053">
              <a:off x="1087883" y="1885188"/>
              <a:ext cx="274282" cy="15118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900" kern="1200"/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308AEC42-EB78-44CE-8025-AC8CB52E0C1E}"/>
              </a:ext>
            </a:extLst>
          </p:cNvPr>
          <p:cNvSpPr txBox="1"/>
          <p:nvPr/>
        </p:nvSpPr>
        <p:spPr>
          <a:xfrm>
            <a:off x="2610526" y="923681"/>
            <a:ext cx="6594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</a:rPr>
              <a:t>4G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2393742-277B-4ECC-B1CA-C980364003E4}"/>
              </a:ext>
            </a:extLst>
          </p:cNvPr>
          <p:cNvSpPr txBox="1"/>
          <p:nvPr/>
        </p:nvSpPr>
        <p:spPr>
          <a:xfrm>
            <a:off x="2933171" y="4266155"/>
            <a:ext cx="956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局域网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035777D-B766-4CD1-84F8-ECCB6250B446}"/>
              </a:ext>
            </a:extLst>
          </p:cNvPr>
          <p:cNvSpPr txBox="1"/>
          <p:nvPr/>
        </p:nvSpPr>
        <p:spPr>
          <a:xfrm>
            <a:off x="3269981" y="3111351"/>
            <a:ext cx="956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MQTT</a:t>
            </a:r>
            <a:endParaRPr lang="zh-CN" altLang="en-US" sz="1600" b="1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C8A3A9A-3DD8-4CF8-9F58-CEA606F1AFB3}"/>
              </a:ext>
            </a:extLst>
          </p:cNvPr>
          <p:cNvSpPr txBox="1"/>
          <p:nvPr/>
        </p:nvSpPr>
        <p:spPr>
          <a:xfrm>
            <a:off x="-27035" y="510029"/>
            <a:ext cx="170960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打开手表</a:t>
            </a:r>
            <a:r>
              <a:rPr lang="en-US" altLang="zh-CN" dirty="0"/>
              <a:t>APP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E08893A-8CB4-431D-B04C-75E633B7AB3A}"/>
              </a:ext>
            </a:extLst>
          </p:cNvPr>
          <p:cNvSpPr txBox="1"/>
          <p:nvPr/>
        </p:nvSpPr>
        <p:spPr>
          <a:xfrm>
            <a:off x="-6939" y="2643645"/>
            <a:ext cx="1564434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打开</a:t>
            </a:r>
            <a:r>
              <a:rPr lang="en-US" altLang="zh-CN" dirty="0"/>
              <a:t>IMU</a:t>
            </a:r>
            <a:r>
              <a:rPr lang="zh-CN" altLang="en-US" dirty="0"/>
              <a:t>传感器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08B5453-66FD-4158-A7B2-519A74AFFBDA}"/>
              </a:ext>
            </a:extLst>
          </p:cNvPr>
          <p:cNvSpPr txBox="1"/>
          <p:nvPr/>
        </p:nvSpPr>
        <p:spPr>
          <a:xfrm>
            <a:off x="-6939" y="3516765"/>
            <a:ext cx="1564434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IMU</a:t>
            </a:r>
            <a:r>
              <a:rPr lang="zh-CN" altLang="en-US" dirty="0"/>
              <a:t>（自动）连接路由器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86DA87E-462C-4946-9C2C-F2616EB2D979}"/>
              </a:ext>
            </a:extLst>
          </p:cNvPr>
          <p:cNvSpPr txBox="1"/>
          <p:nvPr/>
        </p:nvSpPr>
        <p:spPr>
          <a:xfrm>
            <a:off x="3852371" y="1456720"/>
            <a:ext cx="1564434" cy="646331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打开</a:t>
            </a:r>
            <a:r>
              <a:rPr lang="en-US" altLang="zh-CN" dirty="0"/>
              <a:t>PC</a:t>
            </a:r>
            <a:r>
              <a:rPr lang="zh-CN" altLang="en-US" dirty="0"/>
              <a:t>端的</a:t>
            </a:r>
            <a:r>
              <a:rPr lang="en-US" altLang="zh-CN" dirty="0"/>
              <a:t>QT ALPHA</a:t>
            </a:r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789137E7-CCA4-4549-9D0D-3002546833A5}"/>
              </a:ext>
            </a:extLst>
          </p:cNvPr>
          <p:cNvSpPr txBox="1"/>
          <p:nvPr/>
        </p:nvSpPr>
        <p:spPr>
          <a:xfrm>
            <a:off x="9641154" y="86509"/>
            <a:ext cx="1512516" cy="2616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被监测用户行为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D7D5127-A6E8-43FE-B508-3E1AD9D2F837}"/>
              </a:ext>
            </a:extLst>
          </p:cNvPr>
          <p:cNvSpPr txBox="1"/>
          <p:nvPr/>
        </p:nvSpPr>
        <p:spPr>
          <a:xfrm>
            <a:off x="9640264" y="403087"/>
            <a:ext cx="1512515" cy="261610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100" dirty="0"/>
              <a:t>管理者用户行为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4BD3B96-DF02-44FE-998F-5E830991B475}"/>
              </a:ext>
            </a:extLst>
          </p:cNvPr>
          <p:cNvSpPr txBox="1"/>
          <p:nvPr/>
        </p:nvSpPr>
        <p:spPr>
          <a:xfrm>
            <a:off x="-6939" y="2189046"/>
            <a:ext cx="1564434" cy="369332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打开路由器</a:t>
            </a:r>
            <a:endParaRPr lang="en-US" altLang="zh-CN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BB44C85-D536-46F9-81A6-FAF0617B24F4}"/>
              </a:ext>
            </a:extLst>
          </p:cNvPr>
          <p:cNvSpPr txBox="1"/>
          <p:nvPr/>
        </p:nvSpPr>
        <p:spPr>
          <a:xfrm>
            <a:off x="5456799" y="1456719"/>
            <a:ext cx="1564434" cy="646331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/>
              <a:t>开始数据采集</a:t>
            </a:r>
            <a:r>
              <a:rPr lang="en-US" altLang="zh-CN" dirty="0"/>
              <a:t>/</a:t>
            </a:r>
            <a:r>
              <a:rPr lang="zh-CN" altLang="en-US" dirty="0"/>
              <a:t>监听</a:t>
            </a:r>
          </a:p>
        </p:txBody>
      </p:sp>
    </p:spTree>
    <p:extLst>
      <p:ext uri="{BB962C8B-B14F-4D97-AF65-F5344CB8AC3E}">
        <p14:creationId xmlns:p14="http://schemas.microsoft.com/office/powerpoint/2010/main" val="1008727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E9CDE3F-955A-4706-A6F3-92090AEA00EE}"/>
              </a:ext>
            </a:extLst>
          </p:cNvPr>
          <p:cNvSpPr/>
          <p:nvPr/>
        </p:nvSpPr>
        <p:spPr>
          <a:xfrm>
            <a:off x="609600" y="487502"/>
            <a:ext cx="10009239" cy="38706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</a:rPr>
              <a:t>功效学风险监测系统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87194F-96DB-49B5-9EAC-52F9953514EE}"/>
              </a:ext>
            </a:extLst>
          </p:cNvPr>
          <p:cNvSpPr/>
          <p:nvPr/>
        </p:nvSpPr>
        <p:spPr>
          <a:xfrm>
            <a:off x="609600" y="963061"/>
            <a:ext cx="10009239" cy="2160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B32A3A0-9F54-40C6-B05C-80255EACEC90}"/>
              </a:ext>
            </a:extLst>
          </p:cNvPr>
          <p:cNvSpPr/>
          <p:nvPr/>
        </p:nvSpPr>
        <p:spPr>
          <a:xfrm>
            <a:off x="609599" y="2295664"/>
            <a:ext cx="2217175" cy="92031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局部功效学风险</a:t>
            </a:r>
            <a:r>
              <a:rPr lang="en-US" altLang="zh-CN" sz="1600" b="1" dirty="0">
                <a:solidFill>
                  <a:schemeClr val="tx1"/>
                </a:solidFill>
              </a:rPr>
              <a:t>(RI)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83BB8C2-F306-4586-9181-534C46022224}"/>
              </a:ext>
            </a:extLst>
          </p:cNvPr>
          <p:cNvSpPr/>
          <p:nvPr/>
        </p:nvSpPr>
        <p:spPr>
          <a:xfrm>
            <a:off x="609603" y="3289066"/>
            <a:ext cx="2217175" cy="92168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局部疲劳风险指数</a:t>
            </a:r>
            <a:r>
              <a:rPr lang="en-US" altLang="zh-CN" sz="1600" b="1" dirty="0">
                <a:solidFill>
                  <a:schemeClr val="tx1"/>
                </a:solidFill>
              </a:rPr>
              <a:t>(FI)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F1396D4-D876-4295-97D0-A55761217DF0}"/>
              </a:ext>
            </a:extLst>
          </p:cNvPr>
          <p:cNvSpPr/>
          <p:nvPr/>
        </p:nvSpPr>
        <p:spPr>
          <a:xfrm>
            <a:off x="609602" y="4299241"/>
            <a:ext cx="2217175" cy="38706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整体疲劳风险指数</a:t>
            </a:r>
            <a:r>
              <a:rPr lang="en-US" altLang="zh-CN" sz="1600" b="1" dirty="0">
                <a:solidFill>
                  <a:schemeClr val="tx1"/>
                </a:solidFill>
              </a:rPr>
              <a:t>(TFI)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D0C1FCD-47FE-4FEE-8426-78EF5792751E}"/>
              </a:ext>
            </a:extLst>
          </p:cNvPr>
          <p:cNvSpPr/>
          <p:nvPr/>
        </p:nvSpPr>
        <p:spPr>
          <a:xfrm>
            <a:off x="609599" y="964824"/>
            <a:ext cx="10009239" cy="38706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07EEE03-ECFD-41DB-92AC-55529A96F595}"/>
              </a:ext>
            </a:extLst>
          </p:cNvPr>
          <p:cNvSpPr/>
          <p:nvPr/>
        </p:nvSpPr>
        <p:spPr>
          <a:xfrm>
            <a:off x="609600" y="977477"/>
            <a:ext cx="884905" cy="36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</a:rPr>
              <a:t>工人</a:t>
            </a:r>
            <a:r>
              <a:rPr lang="en-US" altLang="zh-CN" sz="1600" b="1" dirty="0">
                <a:solidFill>
                  <a:schemeClr val="tx1"/>
                </a:solidFill>
              </a:rPr>
              <a:t>1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70CF7D7-EAAB-42D9-A75D-A0C5F6B6F8C7}"/>
              </a:ext>
            </a:extLst>
          </p:cNvPr>
          <p:cNvSpPr/>
          <p:nvPr/>
        </p:nvSpPr>
        <p:spPr>
          <a:xfrm>
            <a:off x="1494505" y="977477"/>
            <a:ext cx="884905" cy="36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</a:rPr>
              <a:t>工人</a:t>
            </a:r>
            <a:r>
              <a:rPr lang="en-US" altLang="zh-CN" sz="1600" b="1" dirty="0">
                <a:solidFill>
                  <a:schemeClr val="tx1"/>
                </a:solidFill>
              </a:rPr>
              <a:t>2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85876A-E658-4F07-BBCF-43ABF0E6BFE3}"/>
              </a:ext>
            </a:extLst>
          </p:cNvPr>
          <p:cNvSpPr/>
          <p:nvPr/>
        </p:nvSpPr>
        <p:spPr>
          <a:xfrm>
            <a:off x="2379410" y="973183"/>
            <a:ext cx="884905" cy="36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</a:rPr>
              <a:t>工人</a:t>
            </a:r>
            <a:r>
              <a:rPr lang="en-US" altLang="zh-CN" sz="1600" b="1" dirty="0">
                <a:solidFill>
                  <a:schemeClr val="tx1"/>
                </a:solidFill>
              </a:rPr>
              <a:t>3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D586593-CB4D-4A15-AB9D-DC3FD24C749F}"/>
              </a:ext>
            </a:extLst>
          </p:cNvPr>
          <p:cNvSpPr/>
          <p:nvPr/>
        </p:nvSpPr>
        <p:spPr>
          <a:xfrm>
            <a:off x="3264315" y="973776"/>
            <a:ext cx="363788" cy="36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chemeClr val="tx1"/>
                </a:solidFill>
              </a:rPr>
              <a:t>+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198458F-85D1-4A5A-B59C-A60F119693C8}"/>
              </a:ext>
            </a:extLst>
          </p:cNvPr>
          <p:cNvSpPr/>
          <p:nvPr/>
        </p:nvSpPr>
        <p:spPr>
          <a:xfrm>
            <a:off x="609602" y="4759398"/>
            <a:ext cx="2217175" cy="38706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心率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64F1FD-BC19-4AFF-B749-5497D87CA9ED}"/>
              </a:ext>
            </a:extLst>
          </p:cNvPr>
          <p:cNvSpPr/>
          <p:nvPr/>
        </p:nvSpPr>
        <p:spPr>
          <a:xfrm>
            <a:off x="609601" y="5219555"/>
            <a:ext cx="2217175" cy="38706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血氧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13E83A1-5FED-464F-80CA-B8EC53DE6492}"/>
              </a:ext>
            </a:extLst>
          </p:cNvPr>
          <p:cNvSpPr/>
          <p:nvPr/>
        </p:nvSpPr>
        <p:spPr>
          <a:xfrm>
            <a:off x="609600" y="1442146"/>
            <a:ext cx="2217175" cy="7658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</a:rPr>
              <a:t>张三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r>
              <a:rPr lang="en-US" altLang="zh-CN" sz="1600" b="1" dirty="0">
                <a:solidFill>
                  <a:schemeClr val="tx1"/>
                </a:solidFill>
              </a:rPr>
              <a:t>30</a:t>
            </a:r>
            <a:r>
              <a:rPr lang="zh-CN" altLang="en-US" sz="1600" b="1" dirty="0">
                <a:solidFill>
                  <a:schemeClr val="tx1"/>
                </a:solidFill>
              </a:rPr>
              <a:t>岁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r>
              <a:rPr lang="zh-CN" altLang="en-US" sz="1600" b="1" dirty="0">
                <a:solidFill>
                  <a:schemeClr val="tx1"/>
                </a:solidFill>
              </a:rPr>
              <a:t>钢筋工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1655B9A-4447-4D25-95AC-742997836449}"/>
              </a:ext>
            </a:extLst>
          </p:cNvPr>
          <p:cNvSpPr/>
          <p:nvPr/>
        </p:nvSpPr>
        <p:spPr>
          <a:xfrm>
            <a:off x="2846438" y="2295664"/>
            <a:ext cx="879995" cy="21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腕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77DBC15-F20E-42AC-9BB9-F9C074C65FF5}"/>
              </a:ext>
            </a:extLst>
          </p:cNvPr>
          <p:cNvSpPr/>
          <p:nvPr/>
        </p:nvSpPr>
        <p:spPr>
          <a:xfrm>
            <a:off x="2846437" y="2645204"/>
            <a:ext cx="879995" cy="21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肩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63A9363-112C-4C54-8A0E-2C7A43613BC4}"/>
              </a:ext>
            </a:extLst>
          </p:cNvPr>
          <p:cNvSpPr/>
          <p:nvPr/>
        </p:nvSpPr>
        <p:spPr>
          <a:xfrm>
            <a:off x="2856270" y="2999978"/>
            <a:ext cx="879995" cy="21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腰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D9C2254-A53A-4D89-ABC3-CDAF9A6456BD}"/>
              </a:ext>
            </a:extLst>
          </p:cNvPr>
          <p:cNvSpPr/>
          <p:nvPr/>
        </p:nvSpPr>
        <p:spPr>
          <a:xfrm>
            <a:off x="2851357" y="3290437"/>
            <a:ext cx="879995" cy="21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腕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2E462D8-29BE-47BB-99CA-1265FDE05D97}"/>
              </a:ext>
            </a:extLst>
          </p:cNvPr>
          <p:cNvSpPr/>
          <p:nvPr/>
        </p:nvSpPr>
        <p:spPr>
          <a:xfrm>
            <a:off x="2851356" y="3639977"/>
            <a:ext cx="879995" cy="21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肩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B9ED967-014E-4E16-92D6-193837D3378C}"/>
              </a:ext>
            </a:extLst>
          </p:cNvPr>
          <p:cNvSpPr/>
          <p:nvPr/>
        </p:nvSpPr>
        <p:spPr>
          <a:xfrm>
            <a:off x="2861189" y="3994751"/>
            <a:ext cx="879995" cy="21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腰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27F41E6-E1AC-422E-8329-753C3C67ED03}"/>
              </a:ext>
            </a:extLst>
          </p:cNvPr>
          <p:cNvSpPr/>
          <p:nvPr/>
        </p:nvSpPr>
        <p:spPr>
          <a:xfrm>
            <a:off x="3824756" y="2295664"/>
            <a:ext cx="879995" cy="216000"/>
          </a:xfrm>
          <a:prstGeom prst="rect">
            <a:avLst/>
          </a:prstGeom>
          <a:solidFill>
            <a:schemeClr val="accent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2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C292EC4-24B2-4D88-AF52-B547C760AD3D}"/>
              </a:ext>
            </a:extLst>
          </p:cNvPr>
          <p:cNvSpPr/>
          <p:nvPr/>
        </p:nvSpPr>
        <p:spPr>
          <a:xfrm>
            <a:off x="3824755" y="2645204"/>
            <a:ext cx="879995" cy="216000"/>
          </a:xfrm>
          <a:prstGeom prst="rect">
            <a:avLst/>
          </a:prstGeom>
          <a:solidFill>
            <a:schemeClr val="accent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3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F1C97D9-494C-41C2-9F37-C1508F81F37A}"/>
              </a:ext>
            </a:extLst>
          </p:cNvPr>
          <p:cNvSpPr/>
          <p:nvPr/>
        </p:nvSpPr>
        <p:spPr>
          <a:xfrm>
            <a:off x="3834588" y="2999978"/>
            <a:ext cx="879995" cy="216000"/>
          </a:xfrm>
          <a:prstGeom prst="rect">
            <a:avLst/>
          </a:prstGeom>
          <a:solidFill>
            <a:srgbClr val="FFC000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5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AF90F3B-46D7-45B5-AEC6-EC4D5F836CF5}"/>
              </a:ext>
            </a:extLst>
          </p:cNvPr>
          <p:cNvSpPr/>
          <p:nvPr/>
        </p:nvSpPr>
        <p:spPr>
          <a:xfrm>
            <a:off x="3834587" y="3290437"/>
            <a:ext cx="879995" cy="216000"/>
          </a:xfrm>
          <a:prstGeom prst="rect">
            <a:avLst/>
          </a:prstGeom>
          <a:solidFill>
            <a:schemeClr val="accent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7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B318058-DBC2-46E3-8067-20860CD9CFC5}"/>
              </a:ext>
            </a:extLst>
          </p:cNvPr>
          <p:cNvSpPr/>
          <p:nvPr/>
        </p:nvSpPr>
        <p:spPr>
          <a:xfrm>
            <a:off x="3834587" y="3639977"/>
            <a:ext cx="879995" cy="216000"/>
          </a:xfrm>
          <a:prstGeom prst="rect">
            <a:avLst/>
          </a:prstGeom>
          <a:solidFill>
            <a:srgbClr val="FFC000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15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B4A6A4F-B378-4E48-80A4-21A46360A010}"/>
              </a:ext>
            </a:extLst>
          </p:cNvPr>
          <p:cNvSpPr/>
          <p:nvPr/>
        </p:nvSpPr>
        <p:spPr>
          <a:xfrm>
            <a:off x="3844420" y="3994751"/>
            <a:ext cx="879995" cy="216000"/>
          </a:xfrm>
          <a:prstGeom prst="rect">
            <a:avLst/>
          </a:prstGeom>
          <a:solidFill>
            <a:srgbClr val="FF0000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17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AC686B9-45B9-42D9-A6AF-6BEEA3E793C2}"/>
              </a:ext>
            </a:extLst>
          </p:cNvPr>
          <p:cNvSpPr/>
          <p:nvPr/>
        </p:nvSpPr>
        <p:spPr>
          <a:xfrm>
            <a:off x="2890686" y="4317945"/>
            <a:ext cx="1858313" cy="387069"/>
          </a:xfrm>
          <a:prstGeom prst="rect">
            <a:avLst/>
          </a:prstGeom>
          <a:solidFill>
            <a:srgbClr val="FF0000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17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8E81034-0DA8-4A95-A054-BF6DBD479435}"/>
              </a:ext>
            </a:extLst>
          </p:cNvPr>
          <p:cNvSpPr/>
          <p:nvPr/>
        </p:nvSpPr>
        <p:spPr>
          <a:xfrm>
            <a:off x="2890686" y="4779913"/>
            <a:ext cx="1858313" cy="387069"/>
          </a:xfrm>
          <a:prstGeom prst="rect">
            <a:avLst/>
          </a:prstGeom>
          <a:solidFill>
            <a:schemeClr val="accent6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92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BC6EEAB-3C3A-419F-A4B7-73FEC561CE44}"/>
              </a:ext>
            </a:extLst>
          </p:cNvPr>
          <p:cNvSpPr/>
          <p:nvPr/>
        </p:nvSpPr>
        <p:spPr>
          <a:xfrm>
            <a:off x="2905430" y="5241881"/>
            <a:ext cx="1858313" cy="387069"/>
          </a:xfrm>
          <a:prstGeom prst="rect">
            <a:avLst/>
          </a:prstGeom>
          <a:solidFill>
            <a:srgbClr val="FFC000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90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9903B27-7E2C-4A28-AC2B-AF60D37DDE42}"/>
              </a:ext>
            </a:extLst>
          </p:cNvPr>
          <p:cNvSpPr/>
          <p:nvPr/>
        </p:nvSpPr>
        <p:spPr>
          <a:xfrm>
            <a:off x="604687" y="5686988"/>
            <a:ext cx="2217175" cy="76580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预警信号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95B7B87-0AB2-486A-8FC4-5393D9C21902}"/>
              </a:ext>
            </a:extLst>
          </p:cNvPr>
          <p:cNvSpPr/>
          <p:nvPr/>
        </p:nvSpPr>
        <p:spPr>
          <a:xfrm>
            <a:off x="2905430" y="5682001"/>
            <a:ext cx="1858313" cy="765808"/>
          </a:xfrm>
          <a:prstGeom prst="rect">
            <a:avLst/>
          </a:prstGeom>
          <a:solidFill>
            <a:srgbClr val="FF0000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tx1"/>
                </a:solidFill>
              </a:rPr>
              <a:t>疲劳预警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DBE8FF2-6EF7-466B-B2E4-ACBC31E5B366}"/>
              </a:ext>
            </a:extLst>
          </p:cNvPr>
          <p:cNvSpPr/>
          <p:nvPr/>
        </p:nvSpPr>
        <p:spPr>
          <a:xfrm>
            <a:off x="2856272" y="1442146"/>
            <a:ext cx="1848478" cy="765808"/>
          </a:xfrm>
          <a:prstGeom prst="rect">
            <a:avLst/>
          </a:prstGeom>
          <a:solidFill>
            <a:srgbClr val="FFC000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</a:rPr>
              <a:t>工作时长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2800" b="1" dirty="0">
                <a:solidFill>
                  <a:schemeClr val="tx1"/>
                </a:solidFill>
              </a:rPr>
              <a:t>01:12:01</a:t>
            </a:r>
            <a:endParaRPr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44704B8-60A5-48E0-9585-55969D566473}"/>
              </a:ext>
            </a:extLst>
          </p:cNvPr>
          <p:cNvSpPr/>
          <p:nvPr/>
        </p:nvSpPr>
        <p:spPr>
          <a:xfrm>
            <a:off x="5535558" y="1457412"/>
            <a:ext cx="1347021" cy="38706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</a:rPr>
              <a:t>传感器连接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E19DE04-8E2D-45B1-842E-D7FFE607F256}"/>
              </a:ext>
            </a:extLst>
          </p:cNvPr>
          <p:cNvSpPr/>
          <p:nvPr/>
        </p:nvSpPr>
        <p:spPr>
          <a:xfrm>
            <a:off x="5535559" y="2025504"/>
            <a:ext cx="1288027" cy="38706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</a:rPr>
              <a:t>传感器编号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E5399B4-9B7B-4238-B0D8-5F6386040227}"/>
              </a:ext>
            </a:extLst>
          </p:cNvPr>
          <p:cNvSpPr/>
          <p:nvPr/>
        </p:nvSpPr>
        <p:spPr>
          <a:xfrm>
            <a:off x="7039877" y="2022256"/>
            <a:ext cx="3578961" cy="38706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</a:rPr>
              <a:t>实时信号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766C17F-576F-4558-B70A-7EA70DB25F6D}"/>
              </a:ext>
            </a:extLst>
          </p:cNvPr>
          <p:cNvSpPr/>
          <p:nvPr/>
        </p:nvSpPr>
        <p:spPr>
          <a:xfrm>
            <a:off x="5535559" y="2478956"/>
            <a:ext cx="1288026" cy="3240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IMU01-1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975FD37-E078-4947-8D42-77FDD8226CF4}"/>
              </a:ext>
            </a:extLst>
          </p:cNvPr>
          <p:cNvSpPr/>
          <p:nvPr/>
        </p:nvSpPr>
        <p:spPr>
          <a:xfrm>
            <a:off x="5545390" y="3022850"/>
            <a:ext cx="1288025" cy="3240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IMU01-2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A1752A6-F43A-4FF1-9B3D-E8D1D1AB1671}"/>
              </a:ext>
            </a:extLst>
          </p:cNvPr>
          <p:cNvSpPr/>
          <p:nvPr/>
        </p:nvSpPr>
        <p:spPr>
          <a:xfrm>
            <a:off x="5545390" y="3566744"/>
            <a:ext cx="1278191" cy="3240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IMU01-3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E85C1598-D678-4ACD-80B1-B87760A8E7E8}"/>
              </a:ext>
            </a:extLst>
          </p:cNvPr>
          <p:cNvSpPr/>
          <p:nvPr/>
        </p:nvSpPr>
        <p:spPr>
          <a:xfrm>
            <a:off x="5545390" y="4110638"/>
            <a:ext cx="1278191" cy="3240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1"/>
                </a:solidFill>
              </a:rPr>
              <a:t>WATCH01</a:t>
            </a:r>
            <a:endParaRPr lang="zh-CN" altLang="en-US" sz="1600" b="1" dirty="0">
              <a:solidFill>
                <a:schemeClr val="tx1"/>
              </a:solidFill>
            </a:endParaRPr>
          </a:p>
        </p:txBody>
      </p:sp>
      <p:graphicFrame>
        <p:nvGraphicFramePr>
          <p:cNvPr id="55" name="表格 54">
            <a:extLst>
              <a:ext uri="{FF2B5EF4-FFF2-40B4-BE49-F238E27FC236}">
                <a16:creationId xmlns:a16="http://schemas.microsoft.com/office/drawing/2014/main" id="{8B32D945-9E9A-4065-8F0D-23103F62D4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00702"/>
              </p:ext>
            </p:extLst>
          </p:nvPr>
        </p:nvGraphicFramePr>
        <p:xfrm>
          <a:off x="7039877" y="2470956"/>
          <a:ext cx="3578964" cy="19636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6494">
                  <a:extLst>
                    <a:ext uri="{9D8B030D-6E8A-4147-A177-3AD203B41FA5}">
                      <a16:colId xmlns:a16="http://schemas.microsoft.com/office/drawing/2014/main" val="4169764436"/>
                    </a:ext>
                  </a:extLst>
                </a:gridCol>
                <a:gridCol w="596494">
                  <a:extLst>
                    <a:ext uri="{9D8B030D-6E8A-4147-A177-3AD203B41FA5}">
                      <a16:colId xmlns:a16="http://schemas.microsoft.com/office/drawing/2014/main" val="2458278676"/>
                    </a:ext>
                  </a:extLst>
                </a:gridCol>
                <a:gridCol w="596494">
                  <a:extLst>
                    <a:ext uri="{9D8B030D-6E8A-4147-A177-3AD203B41FA5}">
                      <a16:colId xmlns:a16="http://schemas.microsoft.com/office/drawing/2014/main" val="1773080065"/>
                    </a:ext>
                  </a:extLst>
                </a:gridCol>
                <a:gridCol w="596494">
                  <a:extLst>
                    <a:ext uri="{9D8B030D-6E8A-4147-A177-3AD203B41FA5}">
                      <a16:colId xmlns:a16="http://schemas.microsoft.com/office/drawing/2014/main" val="2318411648"/>
                    </a:ext>
                  </a:extLst>
                </a:gridCol>
                <a:gridCol w="596494">
                  <a:extLst>
                    <a:ext uri="{9D8B030D-6E8A-4147-A177-3AD203B41FA5}">
                      <a16:colId xmlns:a16="http://schemas.microsoft.com/office/drawing/2014/main" val="1122706507"/>
                    </a:ext>
                  </a:extLst>
                </a:gridCol>
                <a:gridCol w="596494">
                  <a:extLst>
                    <a:ext uri="{9D8B030D-6E8A-4147-A177-3AD203B41FA5}">
                      <a16:colId xmlns:a16="http://schemas.microsoft.com/office/drawing/2014/main" val="685190348"/>
                    </a:ext>
                  </a:extLst>
                </a:gridCol>
              </a:tblGrid>
              <a:tr h="49092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496.3763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452.4099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1689.233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1.491104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-11.2471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-6.06036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1781308"/>
                  </a:ext>
                </a:extLst>
              </a:tr>
              <a:tr h="49092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551.321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488.5214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2368.142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-2.79788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-1.16247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2.255784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86110487"/>
                  </a:ext>
                </a:extLst>
              </a:tr>
              <a:tr h="49092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474.6158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431.4289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1224.592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0.37532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-0.61572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1.185895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80157394"/>
                  </a:ext>
                </a:extLst>
              </a:tr>
              <a:tr h="490921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471.8922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412.4946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2542.493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effectLst/>
                        </a:rPr>
                        <a:t>1.816202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>
                          <a:effectLst/>
                        </a:rPr>
                        <a:t>0.685469</a:t>
                      </a:r>
                      <a:endParaRPr lang="en-US" altLang="zh-CN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100" u="none" strike="noStrike" dirty="0">
                          <a:effectLst/>
                        </a:rPr>
                        <a:t>0.510215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43362677"/>
                  </a:ext>
                </a:extLst>
              </a:tr>
            </a:tbl>
          </a:graphicData>
        </a:graphic>
      </p:graphicFrame>
      <p:sp>
        <p:nvSpPr>
          <p:cNvPr id="56" name="矩形 55">
            <a:extLst>
              <a:ext uri="{FF2B5EF4-FFF2-40B4-BE49-F238E27FC236}">
                <a16:creationId xmlns:a16="http://schemas.microsoft.com/office/drawing/2014/main" id="{1E615D4C-5DB2-43C5-A911-3EE5BDDCBE60}"/>
              </a:ext>
            </a:extLst>
          </p:cNvPr>
          <p:cNvSpPr/>
          <p:nvPr/>
        </p:nvSpPr>
        <p:spPr>
          <a:xfrm>
            <a:off x="5535558" y="4541769"/>
            <a:ext cx="5083279" cy="112763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800" b="1" dirty="0">
                <a:solidFill>
                  <a:schemeClr val="tx1"/>
                </a:solidFill>
              </a:rPr>
              <a:t>现场视频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AF2656C-D8A8-4370-A410-300E52E38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5558" y="4719424"/>
            <a:ext cx="2484648" cy="1696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矩形 56">
            <a:extLst>
              <a:ext uri="{FF2B5EF4-FFF2-40B4-BE49-F238E27FC236}">
                <a16:creationId xmlns:a16="http://schemas.microsoft.com/office/drawing/2014/main" id="{1B662A65-5314-497F-B36B-733EBB0018C2}"/>
              </a:ext>
            </a:extLst>
          </p:cNvPr>
          <p:cNvSpPr/>
          <p:nvPr/>
        </p:nvSpPr>
        <p:spPr>
          <a:xfrm>
            <a:off x="530942" y="442452"/>
            <a:ext cx="10166554" cy="611566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01237D58-CF7A-4083-BA78-3E379F7FFEB2}"/>
              </a:ext>
            </a:extLst>
          </p:cNvPr>
          <p:cNvSpPr/>
          <p:nvPr/>
        </p:nvSpPr>
        <p:spPr>
          <a:xfrm>
            <a:off x="9271816" y="1457412"/>
            <a:ext cx="1347021" cy="38706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数据保存</a:t>
            </a:r>
          </a:p>
        </p:txBody>
      </p:sp>
      <p:pic>
        <p:nvPicPr>
          <p:cNvPr id="52" name="Picture 4">
            <a:extLst>
              <a:ext uri="{FF2B5EF4-FFF2-40B4-BE49-F238E27FC236}">
                <a16:creationId xmlns:a16="http://schemas.microsoft.com/office/drawing/2014/main" id="{E8A1972C-9D50-4DFC-8D5D-E20EAD054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4189" y="4714330"/>
            <a:ext cx="2484648" cy="1696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矩形 52">
            <a:extLst>
              <a:ext uri="{FF2B5EF4-FFF2-40B4-BE49-F238E27FC236}">
                <a16:creationId xmlns:a16="http://schemas.microsoft.com/office/drawing/2014/main" id="{66053347-95E7-4233-879E-3FA4FAAACD29}"/>
              </a:ext>
            </a:extLst>
          </p:cNvPr>
          <p:cNvSpPr/>
          <p:nvPr/>
        </p:nvSpPr>
        <p:spPr>
          <a:xfrm>
            <a:off x="2053559" y="1635187"/>
            <a:ext cx="618160" cy="38706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tx1"/>
                </a:solidFill>
              </a:rPr>
              <a:t>设置</a:t>
            </a:r>
          </a:p>
        </p:txBody>
      </p:sp>
    </p:spTree>
    <p:extLst>
      <p:ext uri="{BB962C8B-B14F-4D97-AF65-F5344CB8AC3E}">
        <p14:creationId xmlns:p14="http://schemas.microsoft.com/office/powerpoint/2010/main" val="4292830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245</Words>
  <Application>Microsoft Office PowerPoint</Application>
  <PresentationFormat>宽屏</PresentationFormat>
  <Paragraphs>117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国家重点研发计划中期工作验收汇报 </vt:lpstr>
      <vt:lpstr>PowerPoint 演示文稿</vt:lpstr>
      <vt:lpstr>多节点长续航人体姿态数据采集 和数据离线保存系统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</dc:creator>
  <cp:lastModifiedBy>PC</cp:lastModifiedBy>
  <cp:revision>16</cp:revision>
  <dcterms:created xsi:type="dcterms:W3CDTF">2023-10-26T04:22:43Z</dcterms:created>
  <dcterms:modified xsi:type="dcterms:W3CDTF">2023-11-04T23:29:42Z</dcterms:modified>
</cp:coreProperties>
</file>