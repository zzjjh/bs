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3" r:id="rId3"/>
    <p:sldId id="258" r:id="rId4"/>
    <p:sldId id="285" r:id="rId5"/>
    <p:sldId id="28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5DDA74-ECA6-4262-9DD4-AD76DD66E1F4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766B857F-0204-49F7-B747-D47251098CA5}">
      <dgm:prSet phldrT="[文本]" custT="1"/>
      <dgm:spPr/>
      <dgm:t>
        <a:bodyPr/>
        <a:lstStyle/>
        <a:p>
          <a:r>
            <a:rPr lang="en-US" altLang="zh-CN" sz="1400" b="1" dirty="0">
              <a:solidFill>
                <a:srgbClr val="FF0000"/>
              </a:solidFill>
            </a:rPr>
            <a:t>IMU</a:t>
          </a:r>
          <a:r>
            <a:rPr lang="zh-CN" altLang="en-US" sz="1400" b="1" dirty="0">
              <a:solidFill>
                <a:srgbClr val="FF0000"/>
              </a:solidFill>
            </a:rPr>
            <a:t> </a:t>
          </a:r>
          <a:r>
            <a:rPr lang="en-US" altLang="zh-CN" sz="1400" b="1" dirty="0">
              <a:solidFill>
                <a:srgbClr val="FF0000"/>
              </a:solidFill>
            </a:rPr>
            <a:t>RAW  DATA</a:t>
          </a:r>
        </a:p>
        <a:p>
          <a:r>
            <a:rPr lang="en-US" altLang="zh-CN" sz="1400" b="1" dirty="0"/>
            <a:t>ACCX3</a:t>
          </a:r>
        </a:p>
        <a:p>
          <a:r>
            <a:rPr lang="en-US" altLang="zh-CN" sz="1400" b="1" dirty="0"/>
            <a:t>GYROX3</a:t>
          </a:r>
        </a:p>
        <a:p>
          <a:r>
            <a:rPr lang="en-US" altLang="zh-CN" sz="1400" b="1" dirty="0"/>
            <a:t>QUATX4</a:t>
          </a:r>
          <a:endParaRPr lang="zh-CN" altLang="en-US" sz="1400" b="1" dirty="0"/>
        </a:p>
      </dgm:t>
    </dgm:pt>
    <dgm:pt modelId="{0A41CD13-1310-45BA-831B-2CBE1750B6D3}" type="par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51CD8D79-0E95-4DF3-9640-C984CE1BAF7B}" type="sib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80B71A80-6E7F-43D5-B772-A275DA1F39E3}">
      <dgm:prSet phldrT="[文本]" custT="1"/>
      <dgm:spPr/>
      <dgm:t>
        <a:bodyPr/>
        <a:lstStyle/>
        <a:p>
          <a:r>
            <a:rPr lang="en-US" altLang="zh-CN" sz="1600" b="1" dirty="0">
              <a:solidFill>
                <a:srgbClr val="FF0000"/>
              </a:solidFill>
            </a:rPr>
            <a:t>QT ALPHA</a:t>
          </a:r>
        </a:p>
        <a:p>
          <a:r>
            <a:rPr lang="zh-CN" altLang="en-US" sz="1600" b="1" dirty="0">
              <a:solidFill>
                <a:srgbClr val="FF0000"/>
              </a:solidFill>
            </a:rPr>
            <a:t>终端</a:t>
          </a:r>
          <a:r>
            <a:rPr lang="en-US" altLang="zh-CN" sz="1600" b="1" dirty="0">
              <a:solidFill>
                <a:srgbClr val="FF0000"/>
              </a:solidFill>
            </a:rPr>
            <a:t>PC</a:t>
          </a:r>
          <a:endParaRPr lang="zh-CN" altLang="en-US" sz="1600" b="1" dirty="0">
            <a:solidFill>
              <a:srgbClr val="FF0000"/>
            </a:solidFill>
          </a:endParaRPr>
        </a:p>
      </dgm:t>
    </dgm:pt>
    <dgm:pt modelId="{E7B72921-FCAE-40FC-B92B-48CB4CB747AF}" type="par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B09839CC-4B85-48EC-9C91-CB4759A60E63}" type="sib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65A757ED-43DB-486C-80E0-E2789B1C880A}">
      <dgm:prSet phldrT="[文本]"/>
      <dgm:spPr/>
      <dgm:t>
        <a:bodyPr/>
        <a:lstStyle/>
        <a:p>
          <a:r>
            <a:rPr lang="zh-CN" altLang="en-US" b="1" dirty="0"/>
            <a:t>数据流整理</a:t>
          </a:r>
          <a:endParaRPr lang="en-US" altLang="zh-CN" b="1" dirty="0"/>
        </a:p>
        <a:p>
          <a:r>
            <a:rPr lang="en-US" altLang="zh-CN" b="1" dirty="0">
              <a:solidFill>
                <a:srgbClr val="C00000"/>
              </a:solidFill>
            </a:rPr>
            <a:t>HR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SPO2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IMUx12</a:t>
          </a:r>
        </a:p>
        <a:p>
          <a:endParaRPr lang="zh-CN" altLang="en-US" dirty="0"/>
        </a:p>
      </dgm:t>
    </dgm:pt>
    <dgm:pt modelId="{8A98D5DC-4663-4F81-A504-6EFF49251EA4}" type="par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C8ADF8C-592C-4599-BEE0-D1DE156E1BB8}" type="sib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5ECEF1A-9604-42DA-8643-504736AE528A}">
      <dgm:prSet/>
      <dgm:spPr/>
      <dgm:t>
        <a:bodyPr/>
        <a:lstStyle/>
        <a:p>
          <a:r>
            <a:rPr lang="zh-CN" altLang="en-US" b="1" dirty="0"/>
            <a:t>滑动时间窗口 </a:t>
          </a:r>
          <a:r>
            <a:rPr lang="en-US" altLang="zh-CN" b="1" dirty="0"/>
            <a:t>5S</a:t>
          </a:r>
          <a:r>
            <a:rPr lang="zh-CN" altLang="en-US" b="1" dirty="0"/>
            <a:t>处理数据</a:t>
          </a:r>
        </a:p>
      </dgm:t>
    </dgm:pt>
    <dgm:pt modelId="{F900031D-076C-4CA8-BC57-2EA06C128692}" type="par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51D0E1EA-B564-44E9-B643-04CD1E9EB240}" type="sib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36C6CC22-3B32-4464-AC67-B9DD3A915225}">
      <dgm:prSet/>
      <dgm:spPr/>
      <dgm:t>
        <a:bodyPr/>
        <a:lstStyle/>
        <a:p>
          <a:r>
            <a:rPr lang="zh-CN" altLang="en-US" dirty="0"/>
            <a:t>每个时间窗口（</a:t>
          </a:r>
          <a:r>
            <a:rPr lang="en-US" altLang="zh-CN" dirty="0"/>
            <a:t>5</a:t>
          </a:r>
          <a:r>
            <a:rPr lang="zh-CN" altLang="en-US" dirty="0"/>
            <a:t>秒）进行一次计算</a:t>
          </a:r>
          <a:endParaRPr lang="en-US" altLang="zh-CN" dirty="0"/>
        </a:p>
        <a:p>
          <a:r>
            <a:rPr lang="en-US" altLang="zh-CN" b="1" dirty="0">
              <a:solidFill>
                <a:srgbClr val="C00000"/>
              </a:solidFill>
            </a:rPr>
            <a:t>RI</a:t>
          </a:r>
        </a:p>
        <a:p>
          <a:r>
            <a:rPr lang="en-US" altLang="zh-CN" b="1" dirty="0">
              <a:solidFill>
                <a:srgbClr val="C00000"/>
              </a:solidFill>
            </a:rPr>
            <a:t>FI</a:t>
          </a:r>
        </a:p>
        <a:p>
          <a:r>
            <a:rPr lang="en-US" altLang="zh-CN" b="1" dirty="0">
              <a:solidFill>
                <a:srgbClr val="C00000"/>
              </a:solidFill>
            </a:rPr>
            <a:t>TFI</a:t>
          </a:r>
        </a:p>
      </dgm:t>
    </dgm:pt>
    <dgm:pt modelId="{F4943D46-3263-4981-A77E-2FACF8D55283}" type="par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190D82D-8EDF-4937-8CE3-F3E93407D3C9}" type="sib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6260C47-AFB4-4EDF-9665-618F244BF375}">
      <dgm:prSet phldrT="[文本]"/>
      <dgm:spPr/>
      <dgm:t>
        <a:bodyPr/>
        <a:lstStyle/>
        <a:p>
          <a:r>
            <a:rPr lang="zh-CN" altLang="en-US" b="1" dirty="0"/>
            <a:t>服务器</a:t>
          </a:r>
        </a:p>
      </dgm:t>
    </dgm:pt>
    <dgm:pt modelId="{07DC7ADA-CA72-474C-88A2-05AA2AA8EE47}" type="par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9F964547-8CD9-4CD3-A07F-AC0C66F6CBA6}" type="sib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D0CF1FF6-E240-4BFC-9FC0-88C1C9922388}">
      <dgm:prSet custT="1"/>
      <dgm:spPr/>
      <dgm:t>
        <a:bodyPr/>
        <a:lstStyle/>
        <a:p>
          <a:endParaRPr lang="en-US" altLang="zh-CN" sz="1100" dirty="0"/>
        </a:p>
        <a:p>
          <a:r>
            <a:rPr lang="zh-CN" altLang="en-US" sz="1400" b="1" dirty="0">
              <a:solidFill>
                <a:srgbClr val="C00000"/>
              </a:solidFill>
            </a:rPr>
            <a:t>是否预警</a:t>
          </a:r>
        </a:p>
      </dgm:t>
    </dgm:pt>
    <dgm:pt modelId="{82237C70-A8C1-4D40-99D8-A30A9B033B65}" type="par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96B9B6C9-84EE-4550-833E-7E342C8C2C7D}" type="sib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73489B45-866E-4178-8D55-804A6D0126FE}">
      <dgm:prSet/>
      <dgm:spPr/>
      <dgm:t>
        <a:bodyPr/>
        <a:lstStyle/>
        <a:p>
          <a:r>
            <a:rPr lang="zh-CN" altLang="en-US" b="1" dirty="0">
              <a:solidFill>
                <a:srgbClr val="C00000"/>
              </a:solidFill>
            </a:rPr>
            <a:t>发送预警信号到手表</a:t>
          </a:r>
          <a:endParaRPr lang="en-US" altLang="zh-CN" b="1" dirty="0">
            <a:solidFill>
              <a:srgbClr val="C00000"/>
            </a:solidFill>
          </a:endParaRPr>
        </a:p>
        <a:p>
          <a:r>
            <a:rPr lang="zh-CN" altLang="en-US" b="1" dirty="0">
              <a:solidFill>
                <a:srgbClr val="FF0000"/>
              </a:solidFill>
            </a:rPr>
            <a:t>显示预警提示</a:t>
          </a:r>
        </a:p>
      </dgm:t>
    </dgm:pt>
    <dgm:pt modelId="{E4A3F88A-2B98-4C0A-AD7D-5840FC87AC72}" type="par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7C01D690-4CA6-4391-A9BD-0E23848F47A0}" type="sib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681FE7DC-F303-4DE9-A81C-9447357C2BB8}">
      <dgm:prSet custT="1"/>
      <dgm:spPr/>
      <dgm:t>
        <a:bodyPr/>
        <a:lstStyle/>
        <a:p>
          <a:r>
            <a:rPr lang="zh-CN" altLang="en-US" sz="1400" b="1" dirty="0"/>
            <a:t>数据显示</a:t>
          </a:r>
          <a:endParaRPr lang="en-US" altLang="zh-CN" sz="1400" b="1" dirty="0"/>
        </a:p>
        <a:p>
          <a:endParaRPr lang="zh-CN" altLang="en-US" sz="1100" dirty="0"/>
        </a:p>
      </dgm:t>
    </dgm:pt>
    <dgm:pt modelId="{E4BFA323-8CBC-4776-B8D8-3829806B9823}" type="par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56581B69-62BA-42BC-82C6-FDFD8892FB62}" type="sib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7EEDEB51-52FD-4AB3-8080-7EC40CDEB259}" type="pres">
      <dgm:prSet presAssocID="{EF5DDA74-ECA6-4262-9DD4-AD76DD66E1F4}" presName="Name0" presStyleCnt="0">
        <dgm:presLayoutVars>
          <dgm:dir/>
          <dgm:resizeHandles val="exact"/>
        </dgm:presLayoutVars>
      </dgm:prSet>
      <dgm:spPr/>
    </dgm:pt>
    <dgm:pt modelId="{0E502CD0-6986-442A-9707-20F96D4AA7BA}" type="pres">
      <dgm:prSet presAssocID="{766B857F-0204-49F7-B747-D47251098CA5}" presName="node" presStyleLbl="node1" presStyleIdx="0" presStyleCnt="9" custLinFactNeighborX="-54231" custLinFactNeighborY="2851">
        <dgm:presLayoutVars>
          <dgm:bulletEnabled val="1"/>
        </dgm:presLayoutVars>
      </dgm:prSet>
      <dgm:spPr/>
    </dgm:pt>
    <dgm:pt modelId="{700100DD-F8E1-4183-9CA8-265F7C892C0B}" type="pres">
      <dgm:prSet presAssocID="{51CD8D79-0E95-4DF3-9640-C984CE1BAF7B}" presName="sibTrans" presStyleLbl="sibTrans2D1" presStyleIdx="0" presStyleCnt="8"/>
      <dgm:spPr/>
    </dgm:pt>
    <dgm:pt modelId="{38D5D6B4-0D95-4381-8B07-6EA8C6261860}" type="pres">
      <dgm:prSet presAssocID="{51CD8D79-0E95-4DF3-9640-C984CE1BAF7B}" presName="connectorText" presStyleLbl="sibTrans2D1" presStyleIdx="0" presStyleCnt="8"/>
      <dgm:spPr/>
    </dgm:pt>
    <dgm:pt modelId="{226D5E49-BDE2-440D-AA70-3C4BF8A15718}" type="pres">
      <dgm:prSet presAssocID="{96260C47-AFB4-4EDF-9665-618F244BF375}" presName="node" presStyleLbl="node1" presStyleIdx="1" presStyleCnt="9" custLinFactY="-879" custLinFactNeighborX="12362" custLinFactNeighborY="-100000">
        <dgm:presLayoutVars>
          <dgm:bulletEnabled val="1"/>
        </dgm:presLayoutVars>
      </dgm:prSet>
      <dgm:spPr/>
    </dgm:pt>
    <dgm:pt modelId="{C058BAFC-91FD-44D5-B4E0-2A282F29F13E}" type="pres">
      <dgm:prSet presAssocID="{9F964547-8CD9-4CD3-A07F-AC0C66F6CBA6}" presName="sibTrans" presStyleLbl="sibTrans2D1" presStyleIdx="1" presStyleCnt="8"/>
      <dgm:spPr/>
    </dgm:pt>
    <dgm:pt modelId="{FD181270-C9F4-4516-B156-EA4B8278681F}" type="pres">
      <dgm:prSet presAssocID="{9F964547-8CD9-4CD3-A07F-AC0C66F6CBA6}" presName="connectorText" presStyleLbl="sibTrans2D1" presStyleIdx="1" presStyleCnt="8"/>
      <dgm:spPr/>
    </dgm:pt>
    <dgm:pt modelId="{4839FE22-5503-42E1-B42C-44646FD7B19F}" type="pres">
      <dgm:prSet presAssocID="{80B71A80-6E7F-43D5-B772-A275DA1F39E3}" presName="node" presStyleLbl="node1" presStyleIdx="2" presStyleCnt="9">
        <dgm:presLayoutVars>
          <dgm:bulletEnabled val="1"/>
        </dgm:presLayoutVars>
      </dgm:prSet>
      <dgm:spPr/>
    </dgm:pt>
    <dgm:pt modelId="{0230A5C8-6D48-4B11-9405-6751E6AEF72B}" type="pres">
      <dgm:prSet presAssocID="{B09839CC-4B85-48EC-9C91-CB4759A60E63}" presName="sibTrans" presStyleLbl="sibTrans2D1" presStyleIdx="2" presStyleCnt="8"/>
      <dgm:spPr/>
    </dgm:pt>
    <dgm:pt modelId="{45B517ED-BB47-4CDB-A37F-C80E4E97E610}" type="pres">
      <dgm:prSet presAssocID="{B09839CC-4B85-48EC-9C91-CB4759A60E63}" presName="connectorText" presStyleLbl="sibTrans2D1" presStyleIdx="2" presStyleCnt="8"/>
      <dgm:spPr/>
    </dgm:pt>
    <dgm:pt modelId="{34D5F995-C557-4832-8D52-728532A2D384}" type="pres">
      <dgm:prSet presAssocID="{65A757ED-43DB-486C-80E0-E2789B1C880A}" presName="node" presStyleLbl="node1" presStyleIdx="3" presStyleCnt="9">
        <dgm:presLayoutVars>
          <dgm:bulletEnabled val="1"/>
        </dgm:presLayoutVars>
      </dgm:prSet>
      <dgm:spPr/>
    </dgm:pt>
    <dgm:pt modelId="{35F329EF-3E26-4245-AE45-C40361A1FB32}" type="pres">
      <dgm:prSet presAssocID="{2C8ADF8C-592C-4599-BEE0-D1DE156E1BB8}" presName="sibTrans" presStyleLbl="sibTrans2D1" presStyleIdx="3" presStyleCnt="8"/>
      <dgm:spPr/>
    </dgm:pt>
    <dgm:pt modelId="{75C943AB-A6C1-436A-AE71-5DDD69DA333E}" type="pres">
      <dgm:prSet presAssocID="{2C8ADF8C-592C-4599-BEE0-D1DE156E1BB8}" presName="connectorText" presStyleLbl="sibTrans2D1" presStyleIdx="3" presStyleCnt="8"/>
      <dgm:spPr/>
    </dgm:pt>
    <dgm:pt modelId="{66335628-5E45-4A9F-8FBE-EB5EFE2BF4FA}" type="pres">
      <dgm:prSet presAssocID="{25ECEF1A-9604-42DA-8643-504736AE528A}" presName="node" presStyleLbl="node1" presStyleIdx="4" presStyleCnt="9">
        <dgm:presLayoutVars>
          <dgm:bulletEnabled val="1"/>
        </dgm:presLayoutVars>
      </dgm:prSet>
      <dgm:spPr/>
    </dgm:pt>
    <dgm:pt modelId="{A3F276EE-F938-4BBA-95F3-D2FE918C8715}" type="pres">
      <dgm:prSet presAssocID="{51D0E1EA-B564-44E9-B643-04CD1E9EB240}" presName="sibTrans" presStyleLbl="sibTrans2D1" presStyleIdx="4" presStyleCnt="8"/>
      <dgm:spPr/>
    </dgm:pt>
    <dgm:pt modelId="{2984D264-7316-4D30-BB2E-F10BD57FBD57}" type="pres">
      <dgm:prSet presAssocID="{51D0E1EA-B564-44E9-B643-04CD1E9EB240}" presName="connectorText" presStyleLbl="sibTrans2D1" presStyleIdx="4" presStyleCnt="8"/>
      <dgm:spPr/>
    </dgm:pt>
    <dgm:pt modelId="{35A974DD-1FEB-44BC-9335-A8F941BDD67F}" type="pres">
      <dgm:prSet presAssocID="{36C6CC22-3B32-4464-AC67-B9DD3A915225}" presName="node" presStyleLbl="node1" presStyleIdx="5" presStyleCnt="9">
        <dgm:presLayoutVars>
          <dgm:bulletEnabled val="1"/>
        </dgm:presLayoutVars>
      </dgm:prSet>
      <dgm:spPr/>
    </dgm:pt>
    <dgm:pt modelId="{D1B5B17F-AE4A-4C9A-851C-1A355DB7FC0D}" type="pres">
      <dgm:prSet presAssocID="{9190D82D-8EDF-4937-8CE3-F3E93407D3C9}" presName="sibTrans" presStyleLbl="sibTrans2D1" presStyleIdx="5" presStyleCnt="8"/>
      <dgm:spPr/>
    </dgm:pt>
    <dgm:pt modelId="{25F23C92-79D1-4EA5-890E-9CE379EA9FEC}" type="pres">
      <dgm:prSet presAssocID="{9190D82D-8EDF-4937-8CE3-F3E93407D3C9}" presName="connectorText" presStyleLbl="sibTrans2D1" presStyleIdx="5" presStyleCnt="8"/>
      <dgm:spPr/>
    </dgm:pt>
    <dgm:pt modelId="{991030E4-0FB2-485F-93C7-E619BAA43E47}" type="pres">
      <dgm:prSet presAssocID="{681FE7DC-F303-4DE9-A81C-9447357C2BB8}" presName="node" presStyleLbl="node1" presStyleIdx="6" presStyleCnt="9">
        <dgm:presLayoutVars>
          <dgm:bulletEnabled val="1"/>
        </dgm:presLayoutVars>
      </dgm:prSet>
      <dgm:spPr/>
    </dgm:pt>
    <dgm:pt modelId="{380E3BD6-02B5-42A1-AEFE-6F6C3287017F}" type="pres">
      <dgm:prSet presAssocID="{56581B69-62BA-42BC-82C6-FDFD8892FB62}" presName="sibTrans" presStyleLbl="sibTrans2D1" presStyleIdx="6" presStyleCnt="8"/>
      <dgm:spPr/>
    </dgm:pt>
    <dgm:pt modelId="{BB994905-BDE1-4DAC-AE52-2ECED620D927}" type="pres">
      <dgm:prSet presAssocID="{56581B69-62BA-42BC-82C6-FDFD8892FB62}" presName="connectorText" presStyleLbl="sibTrans2D1" presStyleIdx="6" presStyleCnt="8"/>
      <dgm:spPr/>
    </dgm:pt>
    <dgm:pt modelId="{F49108A1-55DE-42CD-8899-081C3B33AAD3}" type="pres">
      <dgm:prSet presAssocID="{D0CF1FF6-E240-4BFC-9FC0-88C1C9922388}" presName="node" presStyleLbl="node1" presStyleIdx="7" presStyleCnt="9">
        <dgm:presLayoutVars>
          <dgm:bulletEnabled val="1"/>
        </dgm:presLayoutVars>
      </dgm:prSet>
      <dgm:spPr>
        <a:prstGeom prst="flowChartDecision">
          <a:avLst/>
        </a:prstGeom>
      </dgm:spPr>
    </dgm:pt>
    <dgm:pt modelId="{D53A9F20-79D8-44ED-A740-4F183FD98CE7}" type="pres">
      <dgm:prSet presAssocID="{96B9B6C9-84EE-4550-833E-7E342C8C2C7D}" presName="sibTrans" presStyleLbl="sibTrans2D1" presStyleIdx="7" presStyleCnt="8"/>
      <dgm:spPr/>
    </dgm:pt>
    <dgm:pt modelId="{0E4F6DCE-1D09-49D5-A725-9E6457EC0986}" type="pres">
      <dgm:prSet presAssocID="{96B9B6C9-84EE-4550-833E-7E342C8C2C7D}" presName="connectorText" presStyleLbl="sibTrans2D1" presStyleIdx="7" presStyleCnt="8"/>
      <dgm:spPr/>
    </dgm:pt>
    <dgm:pt modelId="{4ADBC1B7-E0F8-408C-892A-AE02AE630A60}" type="pres">
      <dgm:prSet presAssocID="{73489B45-866E-4178-8D55-804A6D0126FE}" presName="node" presStyleLbl="node1" presStyleIdx="8" presStyleCnt="9">
        <dgm:presLayoutVars>
          <dgm:bulletEnabled val="1"/>
        </dgm:presLayoutVars>
      </dgm:prSet>
      <dgm:spPr/>
    </dgm:pt>
  </dgm:ptLst>
  <dgm:cxnLst>
    <dgm:cxn modelId="{040BE501-9BC0-43C8-95E9-14A8B212DCEE}" type="presOf" srcId="{56581B69-62BA-42BC-82C6-FDFD8892FB62}" destId="{BB994905-BDE1-4DAC-AE52-2ECED620D927}" srcOrd="1" destOrd="0" presId="urn:microsoft.com/office/officeart/2005/8/layout/process1"/>
    <dgm:cxn modelId="{BAEE1606-C2B1-4E23-AC10-2E3BD101C397}" type="presOf" srcId="{51D0E1EA-B564-44E9-B643-04CD1E9EB240}" destId="{A3F276EE-F938-4BBA-95F3-D2FE918C8715}" srcOrd="0" destOrd="0" presId="urn:microsoft.com/office/officeart/2005/8/layout/process1"/>
    <dgm:cxn modelId="{EB319014-BE2F-477A-8A1A-097266E17ECE}" type="presOf" srcId="{766B857F-0204-49F7-B747-D47251098CA5}" destId="{0E502CD0-6986-442A-9707-20F96D4AA7BA}" srcOrd="0" destOrd="0" presId="urn:microsoft.com/office/officeart/2005/8/layout/process1"/>
    <dgm:cxn modelId="{FD4CA526-302B-42DD-B4FF-531588AF625D}" type="presOf" srcId="{9F964547-8CD9-4CD3-A07F-AC0C66F6CBA6}" destId="{FD181270-C9F4-4516-B156-EA4B8278681F}" srcOrd="1" destOrd="0" presId="urn:microsoft.com/office/officeart/2005/8/layout/process1"/>
    <dgm:cxn modelId="{3E40F032-1E5D-4A20-BE3B-E2D2E8375A24}" type="presOf" srcId="{96260C47-AFB4-4EDF-9665-618F244BF375}" destId="{226D5E49-BDE2-440D-AA70-3C4BF8A15718}" srcOrd="0" destOrd="0" presId="urn:microsoft.com/office/officeart/2005/8/layout/process1"/>
    <dgm:cxn modelId="{830E0437-4492-45BA-9840-A86F7FFB1C25}" srcId="{EF5DDA74-ECA6-4262-9DD4-AD76DD66E1F4}" destId="{766B857F-0204-49F7-B747-D47251098CA5}" srcOrd="0" destOrd="0" parTransId="{0A41CD13-1310-45BA-831B-2CBE1750B6D3}" sibTransId="{51CD8D79-0E95-4DF3-9640-C984CE1BAF7B}"/>
    <dgm:cxn modelId="{9118503B-9860-4F2B-95CE-685B9F92B557}" type="presOf" srcId="{9190D82D-8EDF-4937-8CE3-F3E93407D3C9}" destId="{25F23C92-79D1-4EA5-890E-9CE379EA9FEC}" srcOrd="1" destOrd="0" presId="urn:microsoft.com/office/officeart/2005/8/layout/process1"/>
    <dgm:cxn modelId="{5CBF5C60-8E39-4947-94C8-18220A874650}" type="presOf" srcId="{9F964547-8CD9-4CD3-A07F-AC0C66F6CBA6}" destId="{C058BAFC-91FD-44D5-B4E0-2A282F29F13E}" srcOrd="0" destOrd="0" presId="urn:microsoft.com/office/officeart/2005/8/layout/process1"/>
    <dgm:cxn modelId="{54768162-12B7-48E1-9492-5B3A59BF38B1}" srcId="{EF5DDA74-ECA6-4262-9DD4-AD76DD66E1F4}" destId="{D0CF1FF6-E240-4BFC-9FC0-88C1C9922388}" srcOrd="7" destOrd="0" parTransId="{82237C70-A8C1-4D40-99D8-A30A9B033B65}" sibTransId="{96B9B6C9-84EE-4550-833E-7E342C8C2C7D}"/>
    <dgm:cxn modelId="{F98A6748-2F64-4369-AE9B-F3B1F3863899}" srcId="{EF5DDA74-ECA6-4262-9DD4-AD76DD66E1F4}" destId="{65A757ED-43DB-486C-80E0-E2789B1C880A}" srcOrd="3" destOrd="0" parTransId="{8A98D5DC-4663-4F81-A504-6EFF49251EA4}" sibTransId="{2C8ADF8C-592C-4599-BEE0-D1DE156E1BB8}"/>
    <dgm:cxn modelId="{E7258B6C-7641-49A3-89EA-AB72CB224AEE}" type="presOf" srcId="{51D0E1EA-B564-44E9-B643-04CD1E9EB240}" destId="{2984D264-7316-4D30-BB2E-F10BD57FBD57}" srcOrd="1" destOrd="0" presId="urn:microsoft.com/office/officeart/2005/8/layout/process1"/>
    <dgm:cxn modelId="{68404573-FB98-4018-AA67-74674009AA89}" type="presOf" srcId="{51CD8D79-0E95-4DF3-9640-C984CE1BAF7B}" destId="{700100DD-F8E1-4183-9CA8-265F7C892C0B}" srcOrd="0" destOrd="0" presId="urn:microsoft.com/office/officeart/2005/8/layout/process1"/>
    <dgm:cxn modelId="{A6455954-509B-4CDD-9A7E-0B722CE5FD34}" type="presOf" srcId="{681FE7DC-F303-4DE9-A81C-9447357C2BB8}" destId="{991030E4-0FB2-485F-93C7-E619BAA43E47}" srcOrd="0" destOrd="0" presId="urn:microsoft.com/office/officeart/2005/8/layout/process1"/>
    <dgm:cxn modelId="{601AF255-3323-4D74-8704-1AE8922AE544}" type="presOf" srcId="{2C8ADF8C-592C-4599-BEE0-D1DE156E1BB8}" destId="{35F329EF-3E26-4245-AE45-C40361A1FB32}" srcOrd="0" destOrd="0" presId="urn:microsoft.com/office/officeart/2005/8/layout/process1"/>
    <dgm:cxn modelId="{C78C2858-CB3A-4D1C-9C47-ADAFF46102C6}" type="presOf" srcId="{65A757ED-43DB-486C-80E0-E2789B1C880A}" destId="{34D5F995-C557-4832-8D52-728532A2D384}" srcOrd="0" destOrd="0" presId="urn:microsoft.com/office/officeart/2005/8/layout/process1"/>
    <dgm:cxn modelId="{97F1A67C-E4FC-4ED5-9712-FC33EB278461}" type="presOf" srcId="{EF5DDA74-ECA6-4262-9DD4-AD76DD66E1F4}" destId="{7EEDEB51-52FD-4AB3-8080-7EC40CDEB259}" srcOrd="0" destOrd="0" presId="urn:microsoft.com/office/officeart/2005/8/layout/process1"/>
    <dgm:cxn modelId="{3CD7497D-8489-49D6-85A1-C341D6D49DE9}" srcId="{EF5DDA74-ECA6-4262-9DD4-AD76DD66E1F4}" destId="{36C6CC22-3B32-4464-AC67-B9DD3A915225}" srcOrd="5" destOrd="0" parTransId="{F4943D46-3263-4981-A77E-2FACF8D55283}" sibTransId="{9190D82D-8EDF-4937-8CE3-F3E93407D3C9}"/>
    <dgm:cxn modelId="{26576188-4515-4E1F-85B2-A82906EC8D28}" type="presOf" srcId="{96B9B6C9-84EE-4550-833E-7E342C8C2C7D}" destId="{0E4F6DCE-1D09-49D5-A725-9E6457EC0986}" srcOrd="1" destOrd="0" presId="urn:microsoft.com/office/officeart/2005/8/layout/process1"/>
    <dgm:cxn modelId="{E0846890-8DBA-4670-93C8-8AFB53B0F39D}" type="presOf" srcId="{D0CF1FF6-E240-4BFC-9FC0-88C1C9922388}" destId="{F49108A1-55DE-42CD-8899-081C3B33AAD3}" srcOrd="0" destOrd="0" presId="urn:microsoft.com/office/officeart/2005/8/layout/process1"/>
    <dgm:cxn modelId="{78F65892-A3E0-447F-AE4A-C40F0844742E}" type="presOf" srcId="{B09839CC-4B85-48EC-9C91-CB4759A60E63}" destId="{0230A5C8-6D48-4B11-9405-6751E6AEF72B}" srcOrd="0" destOrd="0" presId="urn:microsoft.com/office/officeart/2005/8/layout/process1"/>
    <dgm:cxn modelId="{9B31DA98-AB2D-44CD-9825-A7EFA3BAF501}" type="presOf" srcId="{2C8ADF8C-592C-4599-BEE0-D1DE156E1BB8}" destId="{75C943AB-A6C1-436A-AE71-5DDD69DA333E}" srcOrd="1" destOrd="0" presId="urn:microsoft.com/office/officeart/2005/8/layout/process1"/>
    <dgm:cxn modelId="{C2D504A2-E695-4DB1-812E-F82C64935967}" type="presOf" srcId="{80B71A80-6E7F-43D5-B772-A275DA1F39E3}" destId="{4839FE22-5503-42E1-B42C-44646FD7B19F}" srcOrd="0" destOrd="0" presId="urn:microsoft.com/office/officeart/2005/8/layout/process1"/>
    <dgm:cxn modelId="{677F29A3-FF5E-43C8-81A2-6551B2EA33AF}" srcId="{EF5DDA74-ECA6-4262-9DD4-AD76DD66E1F4}" destId="{96260C47-AFB4-4EDF-9665-618F244BF375}" srcOrd="1" destOrd="0" parTransId="{07DC7ADA-CA72-474C-88A2-05AA2AA8EE47}" sibTransId="{9F964547-8CD9-4CD3-A07F-AC0C66F6CBA6}"/>
    <dgm:cxn modelId="{323EE4A8-737D-43C6-BDE6-2E540E7E17DD}" type="presOf" srcId="{36C6CC22-3B32-4464-AC67-B9DD3A915225}" destId="{35A974DD-1FEB-44BC-9335-A8F941BDD67F}" srcOrd="0" destOrd="0" presId="urn:microsoft.com/office/officeart/2005/8/layout/process1"/>
    <dgm:cxn modelId="{FD616EA9-7A1E-4B16-BD62-AD0DD81FCC70}" type="presOf" srcId="{96B9B6C9-84EE-4550-833E-7E342C8C2C7D}" destId="{D53A9F20-79D8-44ED-A740-4F183FD98CE7}" srcOrd="0" destOrd="0" presId="urn:microsoft.com/office/officeart/2005/8/layout/process1"/>
    <dgm:cxn modelId="{5C8A57AD-39A7-429F-8BAF-4B9ECF697F45}" type="presOf" srcId="{9190D82D-8EDF-4937-8CE3-F3E93407D3C9}" destId="{D1B5B17F-AE4A-4C9A-851C-1A355DB7FC0D}" srcOrd="0" destOrd="0" presId="urn:microsoft.com/office/officeart/2005/8/layout/process1"/>
    <dgm:cxn modelId="{03C4CBC4-5332-41DF-9719-0F80CBE91EBF}" type="presOf" srcId="{B09839CC-4B85-48EC-9C91-CB4759A60E63}" destId="{45B517ED-BB47-4CDB-A37F-C80E4E97E610}" srcOrd="1" destOrd="0" presId="urn:microsoft.com/office/officeart/2005/8/layout/process1"/>
    <dgm:cxn modelId="{3E7842CE-8CA1-4CEF-A25F-9A7E0734E7E8}" type="presOf" srcId="{73489B45-866E-4178-8D55-804A6D0126FE}" destId="{4ADBC1B7-E0F8-408C-892A-AE02AE630A60}" srcOrd="0" destOrd="0" presId="urn:microsoft.com/office/officeart/2005/8/layout/process1"/>
    <dgm:cxn modelId="{4EC2BFDA-B93E-443B-805F-3625321A120C}" type="presOf" srcId="{56581B69-62BA-42BC-82C6-FDFD8892FB62}" destId="{380E3BD6-02B5-42A1-AEFE-6F6C3287017F}" srcOrd="0" destOrd="0" presId="urn:microsoft.com/office/officeart/2005/8/layout/process1"/>
    <dgm:cxn modelId="{5FDE67DF-F7BD-43D4-880C-E4B66505FB45}" srcId="{EF5DDA74-ECA6-4262-9DD4-AD76DD66E1F4}" destId="{25ECEF1A-9604-42DA-8643-504736AE528A}" srcOrd="4" destOrd="0" parTransId="{F900031D-076C-4CA8-BC57-2EA06C128692}" sibTransId="{51D0E1EA-B564-44E9-B643-04CD1E9EB240}"/>
    <dgm:cxn modelId="{20FB60E0-F100-4AD0-8F2E-7EA130722B1D}" type="presOf" srcId="{51CD8D79-0E95-4DF3-9640-C984CE1BAF7B}" destId="{38D5D6B4-0D95-4381-8B07-6EA8C6261860}" srcOrd="1" destOrd="0" presId="urn:microsoft.com/office/officeart/2005/8/layout/process1"/>
    <dgm:cxn modelId="{72B801F2-B419-4367-ADFC-5B64DA813BEC}" srcId="{EF5DDA74-ECA6-4262-9DD4-AD76DD66E1F4}" destId="{73489B45-866E-4178-8D55-804A6D0126FE}" srcOrd="8" destOrd="0" parTransId="{E4A3F88A-2B98-4C0A-AD7D-5840FC87AC72}" sibTransId="{7C01D690-4CA6-4391-A9BD-0E23848F47A0}"/>
    <dgm:cxn modelId="{33773BF7-BE8E-413F-A276-418672E1CA7B}" srcId="{EF5DDA74-ECA6-4262-9DD4-AD76DD66E1F4}" destId="{681FE7DC-F303-4DE9-A81C-9447357C2BB8}" srcOrd="6" destOrd="0" parTransId="{E4BFA323-8CBC-4776-B8D8-3829806B9823}" sibTransId="{56581B69-62BA-42BC-82C6-FDFD8892FB62}"/>
    <dgm:cxn modelId="{504202F9-244F-4128-AC82-CA69D62293FE}" srcId="{EF5DDA74-ECA6-4262-9DD4-AD76DD66E1F4}" destId="{80B71A80-6E7F-43D5-B772-A275DA1F39E3}" srcOrd="2" destOrd="0" parTransId="{E7B72921-FCAE-40FC-B92B-48CB4CB747AF}" sibTransId="{B09839CC-4B85-48EC-9C91-CB4759A60E63}"/>
    <dgm:cxn modelId="{134E62FE-AB66-4F7E-ABD2-CD2BE265FCDB}" type="presOf" srcId="{25ECEF1A-9604-42DA-8643-504736AE528A}" destId="{66335628-5E45-4A9F-8FBE-EB5EFE2BF4FA}" srcOrd="0" destOrd="0" presId="urn:microsoft.com/office/officeart/2005/8/layout/process1"/>
    <dgm:cxn modelId="{C57EFE51-FECF-42A6-B7F1-9E0753E48208}" type="presParOf" srcId="{7EEDEB51-52FD-4AB3-8080-7EC40CDEB259}" destId="{0E502CD0-6986-442A-9707-20F96D4AA7BA}" srcOrd="0" destOrd="0" presId="urn:microsoft.com/office/officeart/2005/8/layout/process1"/>
    <dgm:cxn modelId="{4FBFFAF8-4E53-4A8A-AE14-E9C0CE66C132}" type="presParOf" srcId="{7EEDEB51-52FD-4AB3-8080-7EC40CDEB259}" destId="{700100DD-F8E1-4183-9CA8-265F7C892C0B}" srcOrd="1" destOrd="0" presId="urn:microsoft.com/office/officeart/2005/8/layout/process1"/>
    <dgm:cxn modelId="{65B8F570-8D57-4AD7-BEE4-E22AF880741C}" type="presParOf" srcId="{700100DD-F8E1-4183-9CA8-265F7C892C0B}" destId="{38D5D6B4-0D95-4381-8B07-6EA8C6261860}" srcOrd="0" destOrd="0" presId="urn:microsoft.com/office/officeart/2005/8/layout/process1"/>
    <dgm:cxn modelId="{7844017B-C466-4375-9FD7-59071653D915}" type="presParOf" srcId="{7EEDEB51-52FD-4AB3-8080-7EC40CDEB259}" destId="{226D5E49-BDE2-440D-AA70-3C4BF8A15718}" srcOrd="2" destOrd="0" presId="urn:microsoft.com/office/officeart/2005/8/layout/process1"/>
    <dgm:cxn modelId="{F3398FE4-3FDA-41D0-AB75-A2120487D7E3}" type="presParOf" srcId="{7EEDEB51-52FD-4AB3-8080-7EC40CDEB259}" destId="{C058BAFC-91FD-44D5-B4E0-2A282F29F13E}" srcOrd="3" destOrd="0" presId="urn:microsoft.com/office/officeart/2005/8/layout/process1"/>
    <dgm:cxn modelId="{A5B830C8-E7F8-42C2-BA24-2CF7C16984AE}" type="presParOf" srcId="{C058BAFC-91FD-44D5-B4E0-2A282F29F13E}" destId="{FD181270-C9F4-4516-B156-EA4B8278681F}" srcOrd="0" destOrd="0" presId="urn:microsoft.com/office/officeart/2005/8/layout/process1"/>
    <dgm:cxn modelId="{62F77E7F-0BDC-42E5-A217-12BD2811CFF2}" type="presParOf" srcId="{7EEDEB51-52FD-4AB3-8080-7EC40CDEB259}" destId="{4839FE22-5503-42E1-B42C-44646FD7B19F}" srcOrd="4" destOrd="0" presId="urn:microsoft.com/office/officeart/2005/8/layout/process1"/>
    <dgm:cxn modelId="{0C23A387-CDB7-4FD1-8B13-D735D1117B1B}" type="presParOf" srcId="{7EEDEB51-52FD-4AB3-8080-7EC40CDEB259}" destId="{0230A5C8-6D48-4B11-9405-6751E6AEF72B}" srcOrd="5" destOrd="0" presId="urn:microsoft.com/office/officeart/2005/8/layout/process1"/>
    <dgm:cxn modelId="{44A1D4FB-CD36-45AF-9D65-52F298129436}" type="presParOf" srcId="{0230A5C8-6D48-4B11-9405-6751E6AEF72B}" destId="{45B517ED-BB47-4CDB-A37F-C80E4E97E610}" srcOrd="0" destOrd="0" presId="urn:microsoft.com/office/officeart/2005/8/layout/process1"/>
    <dgm:cxn modelId="{17048C37-6837-469D-BFAB-14711CEAD07B}" type="presParOf" srcId="{7EEDEB51-52FD-4AB3-8080-7EC40CDEB259}" destId="{34D5F995-C557-4832-8D52-728532A2D384}" srcOrd="6" destOrd="0" presId="urn:microsoft.com/office/officeart/2005/8/layout/process1"/>
    <dgm:cxn modelId="{0A2D86CF-8C94-4158-A95C-659433378302}" type="presParOf" srcId="{7EEDEB51-52FD-4AB3-8080-7EC40CDEB259}" destId="{35F329EF-3E26-4245-AE45-C40361A1FB32}" srcOrd="7" destOrd="0" presId="urn:microsoft.com/office/officeart/2005/8/layout/process1"/>
    <dgm:cxn modelId="{A36798F7-DB49-4899-9673-E6FF97CCB7A6}" type="presParOf" srcId="{35F329EF-3E26-4245-AE45-C40361A1FB32}" destId="{75C943AB-A6C1-436A-AE71-5DDD69DA333E}" srcOrd="0" destOrd="0" presId="urn:microsoft.com/office/officeart/2005/8/layout/process1"/>
    <dgm:cxn modelId="{82E2B58E-0880-42E5-B067-64836FF9C0AD}" type="presParOf" srcId="{7EEDEB51-52FD-4AB3-8080-7EC40CDEB259}" destId="{66335628-5E45-4A9F-8FBE-EB5EFE2BF4FA}" srcOrd="8" destOrd="0" presId="urn:microsoft.com/office/officeart/2005/8/layout/process1"/>
    <dgm:cxn modelId="{5F309DB8-4B4D-4894-8B7A-A4F51DF17511}" type="presParOf" srcId="{7EEDEB51-52FD-4AB3-8080-7EC40CDEB259}" destId="{A3F276EE-F938-4BBA-95F3-D2FE918C8715}" srcOrd="9" destOrd="0" presId="urn:microsoft.com/office/officeart/2005/8/layout/process1"/>
    <dgm:cxn modelId="{A1A15893-325C-41CF-B92F-73817B294342}" type="presParOf" srcId="{A3F276EE-F938-4BBA-95F3-D2FE918C8715}" destId="{2984D264-7316-4D30-BB2E-F10BD57FBD57}" srcOrd="0" destOrd="0" presId="urn:microsoft.com/office/officeart/2005/8/layout/process1"/>
    <dgm:cxn modelId="{374F1937-EFCC-405D-9F2F-0F7C45D364FC}" type="presParOf" srcId="{7EEDEB51-52FD-4AB3-8080-7EC40CDEB259}" destId="{35A974DD-1FEB-44BC-9335-A8F941BDD67F}" srcOrd="10" destOrd="0" presId="urn:microsoft.com/office/officeart/2005/8/layout/process1"/>
    <dgm:cxn modelId="{608A2876-A936-472A-9FE9-0018139BDD10}" type="presParOf" srcId="{7EEDEB51-52FD-4AB3-8080-7EC40CDEB259}" destId="{D1B5B17F-AE4A-4C9A-851C-1A355DB7FC0D}" srcOrd="11" destOrd="0" presId="urn:microsoft.com/office/officeart/2005/8/layout/process1"/>
    <dgm:cxn modelId="{5EB7F1F6-ECCD-4535-85BC-A59C4CFED915}" type="presParOf" srcId="{D1B5B17F-AE4A-4C9A-851C-1A355DB7FC0D}" destId="{25F23C92-79D1-4EA5-890E-9CE379EA9FEC}" srcOrd="0" destOrd="0" presId="urn:microsoft.com/office/officeart/2005/8/layout/process1"/>
    <dgm:cxn modelId="{007A8243-9CA5-4915-9440-BD4A6425E5DA}" type="presParOf" srcId="{7EEDEB51-52FD-4AB3-8080-7EC40CDEB259}" destId="{991030E4-0FB2-485F-93C7-E619BAA43E47}" srcOrd="12" destOrd="0" presId="urn:microsoft.com/office/officeart/2005/8/layout/process1"/>
    <dgm:cxn modelId="{39F2501B-7F7C-4BF1-ACBB-6FC83CFAB48F}" type="presParOf" srcId="{7EEDEB51-52FD-4AB3-8080-7EC40CDEB259}" destId="{380E3BD6-02B5-42A1-AEFE-6F6C3287017F}" srcOrd="13" destOrd="0" presId="urn:microsoft.com/office/officeart/2005/8/layout/process1"/>
    <dgm:cxn modelId="{E96C645F-96B3-4DEE-A6FA-9B0573338508}" type="presParOf" srcId="{380E3BD6-02B5-42A1-AEFE-6F6C3287017F}" destId="{BB994905-BDE1-4DAC-AE52-2ECED620D927}" srcOrd="0" destOrd="0" presId="urn:microsoft.com/office/officeart/2005/8/layout/process1"/>
    <dgm:cxn modelId="{399FA4C7-5C05-43DD-B44A-3348504D7F3C}" type="presParOf" srcId="{7EEDEB51-52FD-4AB3-8080-7EC40CDEB259}" destId="{F49108A1-55DE-42CD-8899-081C3B33AAD3}" srcOrd="14" destOrd="0" presId="urn:microsoft.com/office/officeart/2005/8/layout/process1"/>
    <dgm:cxn modelId="{688C9056-3A98-439A-83FC-D8FD48564AF8}" type="presParOf" srcId="{7EEDEB51-52FD-4AB3-8080-7EC40CDEB259}" destId="{D53A9F20-79D8-44ED-A740-4F183FD98CE7}" srcOrd="15" destOrd="0" presId="urn:microsoft.com/office/officeart/2005/8/layout/process1"/>
    <dgm:cxn modelId="{8B534885-53CE-4D35-B7C5-F7B1E7CA1CE2}" type="presParOf" srcId="{D53A9F20-79D8-44ED-A740-4F183FD98CE7}" destId="{0E4F6DCE-1D09-49D5-A725-9E6457EC0986}" srcOrd="0" destOrd="0" presId="urn:microsoft.com/office/officeart/2005/8/layout/process1"/>
    <dgm:cxn modelId="{4600306E-7E45-4E97-8BFC-A89382AC668E}" type="presParOf" srcId="{7EEDEB51-52FD-4AB3-8080-7EC40CDEB259}" destId="{4ADBC1B7-E0F8-408C-892A-AE02AE630A60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02CD0-6986-442A-9707-20F96D4AA7BA}">
      <dsp:nvSpPr>
        <dsp:cNvPr id="0" name=""/>
        <dsp:cNvSpPr/>
      </dsp:nvSpPr>
      <dsp:spPr>
        <a:xfrm>
          <a:off x="0" y="1583476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rgbClr val="FF0000"/>
              </a:solidFill>
            </a:rPr>
            <a:t>IMU</a:t>
          </a:r>
          <a:r>
            <a:rPr lang="zh-CN" altLang="en-US" sz="1400" b="1" kern="1200" dirty="0">
              <a:solidFill>
                <a:srgbClr val="FF0000"/>
              </a:solidFill>
            </a:rPr>
            <a:t> </a:t>
          </a:r>
          <a:r>
            <a:rPr lang="en-US" altLang="zh-CN" sz="1400" b="1" kern="1200" dirty="0">
              <a:solidFill>
                <a:srgbClr val="FF0000"/>
              </a:solidFill>
            </a:rPr>
            <a:t>RAW  DATA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ACCX3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GYROX3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QUATX4</a:t>
          </a:r>
          <a:endParaRPr lang="zh-CN" altLang="en-US" sz="1400" b="1" kern="1200" dirty="0"/>
        </a:p>
      </dsp:txBody>
      <dsp:txXfrm>
        <a:off x="19480" y="1602956"/>
        <a:ext cx="626147" cy="2348910"/>
      </dsp:txXfrm>
    </dsp:sp>
    <dsp:sp modelId="{700100DD-F8E1-4183-9CA8-265F7C892C0B}">
      <dsp:nvSpPr>
        <dsp:cNvPr id="0" name=""/>
        <dsp:cNvSpPr/>
      </dsp:nvSpPr>
      <dsp:spPr>
        <a:xfrm rot="18090831">
          <a:off x="667560" y="1895719"/>
          <a:ext cx="31004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79369" y="1949801"/>
        <a:ext cx="260558" cy="98968"/>
      </dsp:txXfrm>
    </dsp:sp>
    <dsp:sp modelId="{226D5E49-BDE2-440D-AA70-3C4BF8A15718}">
      <dsp:nvSpPr>
        <dsp:cNvPr id="0" name=""/>
        <dsp:cNvSpPr/>
      </dsp:nvSpPr>
      <dsp:spPr>
        <a:xfrm>
          <a:off x="970882" y="0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服务器</a:t>
          </a:r>
        </a:p>
      </dsp:txBody>
      <dsp:txXfrm>
        <a:off x="990362" y="19480"/>
        <a:ext cx="626147" cy="2348910"/>
      </dsp:txXfrm>
    </dsp:sp>
    <dsp:sp modelId="{C058BAFC-91FD-44D5-B4E0-2A282F29F13E}">
      <dsp:nvSpPr>
        <dsp:cNvPr id="0" name=""/>
        <dsp:cNvSpPr/>
      </dsp:nvSpPr>
      <dsp:spPr>
        <a:xfrm rot="3560542">
          <a:off x="1634893" y="1875061"/>
          <a:ext cx="24234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647019" y="1886766"/>
        <a:ext cx="192858" cy="98968"/>
      </dsp:txXfrm>
    </dsp:sp>
    <dsp:sp modelId="{4839FE22-5503-42E1-B42C-44646FD7B19F}">
      <dsp:nvSpPr>
        <dsp:cNvPr id="0" name=""/>
        <dsp:cNvSpPr/>
      </dsp:nvSpPr>
      <dsp:spPr>
        <a:xfrm>
          <a:off x="1869144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srgbClr val="FF0000"/>
              </a:solidFill>
            </a:rPr>
            <a:t>QT ALPHA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FF0000"/>
              </a:solidFill>
            </a:rPr>
            <a:t>终端</a:t>
          </a:r>
          <a:r>
            <a:rPr lang="en-US" altLang="zh-CN" sz="1600" b="1" kern="1200" dirty="0">
              <a:solidFill>
                <a:srgbClr val="FF0000"/>
              </a:solidFill>
            </a:rPr>
            <a:t>PC</a:t>
          </a:r>
          <a:endParaRPr lang="zh-CN" altLang="en-US" sz="1600" b="1" kern="1200" dirty="0">
            <a:solidFill>
              <a:srgbClr val="FF0000"/>
            </a:solidFill>
          </a:endParaRPr>
        </a:p>
      </dsp:txBody>
      <dsp:txXfrm>
        <a:off x="1888624" y="1534878"/>
        <a:ext cx="626147" cy="2348910"/>
      </dsp:txXfrm>
    </dsp:sp>
    <dsp:sp modelId="{0230A5C8-6D48-4B11-9405-6751E6AEF72B}">
      <dsp:nvSpPr>
        <dsp:cNvPr id="0" name=""/>
        <dsp:cNvSpPr/>
      </dsp:nvSpPr>
      <dsp:spPr>
        <a:xfrm>
          <a:off x="260076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2600763" y="2659849"/>
        <a:ext cx="98701" cy="98968"/>
      </dsp:txXfrm>
    </dsp:sp>
    <dsp:sp modelId="{34D5F995-C557-4832-8D52-728532A2D384}">
      <dsp:nvSpPr>
        <dsp:cNvPr id="0" name=""/>
        <dsp:cNvSpPr/>
      </dsp:nvSpPr>
      <dsp:spPr>
        <a:xfrm>
          <a:off x="2800295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数据流整理</a:t>
          </a:r>
          <a:endParaRPr lang="en-US" altLang="zh-CN" sz="1100" b="1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HR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SPO2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IMUx12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2819775" y="1534878"/>
        <a:ext cx="626147" cy="2348910"/>
      </dsp:txXfrm>
    </dsp:sp>
    <dsp:sp modelId="{35F329EF-3E26-4245-AE45-C40361A1FB32}">
      <dsp:nvSpPr>
        <dsp:cNvPr id="0" name=""/>
        <dsp:cNvSpPr/>
      </dsp:nvSpPr>
      <dsp:spPr>
        <a:xfrm>
          <a:off x="353191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531913" y="2659849"/>
        <a:ext cx="98701" cy="98968"/>
      </dsp:txXfrm>
    </dsp:sp>
    <dsp:sp modelId="{66335628-5E45-4A9F-8FBE-EB5EFE2BF4FA}">
      <dsp:nvSpPr>
        <dsp:cNvPr id="0" name=""/>
        <dsp:cNvSpPr/>
      </dsp:nvSpPr>
      <dsp:spPr>
        <a:xfrm>
          <a:off x="373144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滑动时间窗口 </a:t>
          </a:r>
          <a:r>
            <a:rPr lang="en-US" altLang="zh-CN" sz="1100" b="1" kern="1200" dirty="0"/>
            <a:t>5S</a:t>
          </a:r>
          <a:r>
            <a:rPr lang="zh-CN" altLang="en-US" sz="1100" b="1" kern="1200" dirty="0"/>
            <a:t>处理数据</a:t>
          </a:r>
        </a:p>
      </dsp:txBody>
      <dsp:txXfrm>
        <a:off x="3750926" y="1534878"/>
        <a:ext cx="626147" cy="2348910"/>
      </dsp:txXfrm>
    </dsp:sp>
    <dsp:sp modelId="{A3F276EE-F938-4BBA-95F3-D2FE918C8715}">
      <dsp:nvSpPr>
        <dsp:cNvPr id="0" name=""/>
        <dsp:cNvSpPr/>
      </dsp:nvSpPr>
      <dsp:spPr>
        <a:xfrm>
          <a:off x="4463064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4463064" y="2659849"/>
        <a:ext cx="98701" cy="98968"/>
      </dsp:txXfrm>
    </dsp:sp>
    <dsp:sp modelId="{35A974DD-1FEB-44BC-9335-A8F941BDD67F}">
      <dsp:nvSpPr>
        <dsp:cNvPr id="0" name=""/>
        <dsp:cNvSpPr/>
      </dsp:nvSpPr>
      <dsp:spPr>
        <a:xfrm>
          <a:off x="466259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每个时间窗口（</a:t>
          </a:r>
          <a:r>
            <a:rPr lang="en-US" altLang="zh-CN" sz="1100" kern="1200" dirty="0"/>
            <a:t>5</a:t>
          </a:r>
          <a:r>
            <a:rPr lang="zh-CN" altLang="en-US" sz="1100" kern="1200" dirty="0"/>
            <a:t>秒）进行一次计算</a:t>
          </a: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RI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FI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TFI</a:t>
          </a:r>
        </a:p>
      </dsp:txBody>
      <dsp:txXfrm>
        <a:off x="4682076" y="1534878"/>
        <a:ext cx="626147" cy="2348910"/>
      </dsp:txXfrm>
    </dsp:sp>
    <dsp:sp modelId="{D1B5B17F-AE4A-4C9A-851C-1A355DB7FC0D}">
      <dsp:nvSpPr>
        <dsp:cNvPr id="0" name=""/>
        <dsp:cNvSpPr/>
      </dsp:nvSpPr>
      <dsp:spPr>
        <a:xfrm>
          <a:off x="5394215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394215" y="2659849"/>
        <a:ext cx="98701" cy="98968"/>
      </dsp:txXfrm>
    </dsp:sp>
    <dsp:sp modelId="{991030E4-0FB2-485F-93C7-E619BAA43E47}">
      <dsp:nvSpPr>
        <dsp:cNvPr id="0" name=""/>
        <dsp:cNvSpPr/>
      </dsp:nvSpPr>
      <dsp:spPr>
        <a:xfrm>
          <a:off x="5593747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数据显示</a:t>
          </a:r>
          <a:endParaRPr lang="en-US" altLang="zh-CN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5613227" y="1534878"/>
        <a:ext cx="626147" cy="2348910"/>
      </dsp:txXfrm>
    </dsp:sp>
    <dsp:sp modelId="{380E3BD6-02B5-42A1-AEFE-6F6C3287017F}">
      <dsp:nvSpPr>
        <dsp:cNvPr id="0" name=""/>
        <dsp:cNvSpPr/>
      </dsp:nvSpPr>
      <dsp:spPr>
        <a:xfrm>
          <a:off x="632536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325366" y="2659849"/>
        <a:ext cx="98701" cy="98968"/>
      </dsp:txXfrm>
    </dsp:sp>
    <dsp:sp modelId="{F49108A1-55DE-42CD-8899-081C3B33AAD3}">
      <dsp:nvSpPr>
        <dsp:cNvPr id="0" name=""/>
        <dsp:cNvSpPr/>
      </dsp:nvSpPr>
      <dsp:spPr>
        <a:xfrm>
          <a:off x="6524898" y="1515398"/>
          <a:ext cx="665107" cy="2387870"/>
        </a:xfrm>
        <a:prstGeom prst="flowChartDecis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rgbClr val="C00000"/>
              </a:solidFill>
            </a:rPr>
            <a:t>是否预警</a:t>
          </a:r>
        </a:p>
      </dsp:txBody>
      <dsp:txXfrm>
        <a:off x="6691175" y="2112366"/>
        <a:ext cx="332553" cy="1193935"/>
      </dsp:txXfrm>
    </dsp:sp>
    <dsp:sp modelId="{D53A9F20-79D8-44ED-A740-4F183FD98CE7}">
      <dsp:nvSpPr>
        <dsp:cNvPr id="0" name=""/>
        <dsp:cNvSpPr/>
      </dsp:nvSpPr>
      <dsp:spPr>
        <a:xfrm>
          <a:off x="725651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7256516" y="2659849"/>
        <a:ext cx="98701" cy="98968"/>
      </dsp:txXfrm>
    </dsp:sp>
    <dsp:sp modelId="{4ADBC1B7-E0F8-408C-892A-AE02AE630A60}">
      <dsp:nvSpPr>
        <dsp:cNvPr id="0" name=""/>
        <dsp:cNvSpPr/>
      </dsp:nvSpPr>
      <dsp:spPr>
        <a:xfrm>
          <a:off x="7456049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C00000"/>
              </a:solidFill>
            </a:rPr>
            <a:t>发送预警信号到手表</a:t>
          </a:r>
          <a:endParaRPr lang="en-US" altLang="zh-CN" sz="1100" b="1" kern="1200" dirty="0">
            <a:solidFill>
              <a:srgbClr val="C00000"/>
            </a:solidFill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FF0000"/>
              </a:solidFill>
            </a:rPr>
            <a:t>显示预警提示</a:t>
          </a:r>
        </a:p>
      </dsp:txBody>
      <dsp:txXfrm>
        <a:off x="7475529" y="1534878"/>
        <a:ext cx="626147" cy="2348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57EFD-1BFB-41BC-A6D6-2BE6C9E979F4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B2F98-D692-42E9-A8CC-1D8D7E7CAE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67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9C166-F244-A819-3478-9ADFC81DA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719B88-620F-D732-A5EB-7475F1B24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EA5F3-DFBB-5627-1F2E-11DC79D6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B8626-F6AC-5D23-8003-C3056487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A2F2B6-46FD-7263-C322-FAE7FE78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74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F23DC-7A45-7A2B-6699-6453F9C5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D16D0-A9B7-B9D2-4740-E6E3DDE7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CB0C14-6358-4909-39B2-D04139BA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9DC12-0C2F-EE00-0253-C4C65647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27215-02A7-948B-CCFA-BEF29166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36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6F365-61C3-84D4-CEA6-DE061C7B9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42F52-8BEE-E3FD-95E8-D7ADB355A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2DF8C1-52D9-F996-0963-4D530E91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D87B0-40FB-E324-6244-32863B4A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5A716C-FE91-4C91-B559-F120F8F2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22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E94FC-5598-BFFA-60F9-A83DD761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35EE73-33DA-691D-E500-62FAFF39B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E94E14-D53B-4C4C-03F5-556D86C63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54E9F7-8ECA-826B-2B94-B392B200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3C6284-56AD-F0E1-EDAB-ED21F7D4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A5577B-B7B7-6ABE-453D-3880CB13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42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EEC98-9475-F3EA-1EFB-4B7CAFCE4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142929-E237-0DFE-2CD1-B1D26A836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54437E-8468-3DC8-BF9A-3D44B135D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1D609A-F875-1392-C027-02B6042D6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7858EE-C7F2-90CD-984B-401A24E71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2F6DA1-E611-49F2-8C5B-B61D14EF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179343-8E95-7B52-BE11-C6C8F256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A06DF9-D4AB-665C-AC88-376E59EE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73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23FB7-BA7E-AFCF-4CBA-90F2F71F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53AEF5-77A4-ACA4-A42D-9BA5EB24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4CE926-0438-E985-1486-DF2CC0BB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9D21F-4370-C4CD-995A-245F09D9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61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F5DDF1-05E9-7A87-3184-993B0249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809798-9913-DC21-435E-253E791D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FA2DDB-7FC2-B948-5C62-2E79AE92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35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6AA66-A25E-6E20-6FE7-A8BA108A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D7799-F0D5-0672-7DAD-675A3A5EB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2F7B05-9765-B471-5D54-3EBBB22AD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54D629-5B9A-48E1-633B-A07D7CC0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3BEAB4-A5F6-9995-54AF-41848814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964334-1E28-1D5E-5279-20CCB755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0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30EE6-F8C8-B1A3-F164-8173F7D4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BF1160-E38A-C923-80AB-45DBC1E61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B3F0E9-DAFC-62DA-4368-0B3102BC9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80C201-B1B6-82B2-6485-6227AF40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349CA-968C-BA21-6675-4BDBE9A8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509482-F359-66B6-8180-0A668FF2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81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896D6-2C66-69C0-EC6F-48170C3A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92B35F-1491-7556-E740-E9A4E1584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8F987-01C1-D8A1-9274-C34A118A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52683-CA37-ED6A-DC6D-4A803C2A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D74D7-E8FD-26C6-C3B1-0277CBA1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7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84CA49-1BCF-096E-9F13-6B4579CA1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B4964E-5549-BF0C-454A-9FEE2A91E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2FE71-04BB-38E2-0BB6-4E6DB2EB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274098-C654-7405-C913-E791C065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23B53C-14A2-8C88-A51D-9E442E28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05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3595CF-3FF2-C781-4912-70E2FC28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02C4AC-71AE-16D7-B44C-6D9EEDA6E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34AB5-D1EF-0574-6DAD-DE5B6F1A1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63B7A-349A-4080-A6AB-6A4F496857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95F63-106A-D864-C170-2AD9B0E31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A2BEE-20CC-6150-6661-45ACBB38C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A25DC-2FCB-416A-A641-4AD7F26269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6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51328-A926-1344-E488-8F00EBB6B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QT ALPHA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BADF59-6711-E12C-B207-8251835736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2023-12-15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070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0E9B9B8-18EF-449C-98E3-61DA0B6BC8DA}"/>
              </a:ext>
            </a:extLst>
          </p:cNvPr>
          <p:cNvSpPr txBox="1"/>
          <p:nvPr/>
        </p:nvSpPr>
        <p:spPr>
          <a:xfrm>
            <a:off x="8343911" y="1970459"/>
            <a:ext cx="12352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i="0" dirty="0">
                <a:effectLst/>
                <a:latin typeface="+mn-ea"/>
              </a:rPr>
              <a:t>信号达到中控室</a:t>
            </a:r>
            <a:endParaRPr kumimoji="1" lang="zh-CN" altLang="en-US" sz="11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67A5C46-8872-4FFA-91A0-9EAA4F91C6C6}"/>
              </a:ext>
            </a:extLst>
          </p:cNvPr>
          <p:cNvGrpSpPr/>
          <p:nvPr/>
        </p:nvGrpSpPr>
        <p:grpSpPr>
          <a:xfrm>
            <a:off x="2506560" y="1810249"/>
            <a:ext cx="1910490" cy="2705538"/>
            <a:chOff x="3276309" y="1461897"/>
            <a:chExt cx="2707081" cy="4088996"/>
          </a:xfrm>
        </p:grpSpPr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F7E50B3E-2891-4582-9F4F-AC84EA69E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368" y="3656551"/>
              <a:ext cx="1177022" cy="1177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图形 11" descr="Wi-Fi 轮廓">
              <a:extLst>
                <a:ext uri="{FF2B5EF4-FFF2-40B4-BE49-F238E27FC236}">
                  <a16:creationId xmlns:a16="http://schemas.microsoft.com/office/drawing/2014/main" id="{BB0CEF5E-446F-4936-AEC7-8241844FA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293732" y="4407518"/>
              <a:ext cx="1143375" cy="1143375"/>
            </a:xfrm>
            <a:prstGeom prst="rect">
              <a:avLst/>
            </a:prstGeom>
          </p:spPr>
        </p:pic>
        <p:pic>
          <p:nvPicPr>
            <p:cNvPr id="13" name="图形 12" descr="Wi-Fi 轮廓">
              <a:extLst>
                <a:ext uri="{FF2B5EF4-FFF2-40B4-BE49-F238E27FC236}">
                  <a16:creationId xmlns:a16="http://schemas.microsoft.com/office/drawing/2014/main" id="{21F6A14B-A1BA-4346-80ED-85F94C358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3328976" y="1409230"/>
              <a:ext cx="1143375" cy="1248710"/>
            </a:xfrm>
            <a:prstGeom prst="rect">
              <a:avLst/>
            </a:prstGeom>
          </p:spPr>
        </p:pic>
      </p:grpSp>
      <p:cxnSp>
        <p:nvCxnSpPr>
          <p:cNvPr id="15" name="直线连接符 5">
            <a:extLst>
              <a:ext uri="{FF2B5EF4-FFF2-40B4-BE49-F238E27FC236}">
                <a16:creationId xmlns:a16="http://schemas.microsoft.com/office/drawing/2014/main" id="{87B0D577-CDE3-42C9-85DC-CC11D81FCC18}"/>
              </a:ext>
            </a:extLst>
          </p:cNvPr>
          <p:cNvCxnSpPr>
            <a:cxnSpLocks/>
          </p:cNvCxnSpPr>
          <p:nvPr/>
        </p:nvCxnSpPr>
        <p:spPr>
          <a:xfrm flipH="1" flipV="1">
            <a:off x="4001715" y="2252979"/>
            <a:ext cx="0" cy="151061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4C7D17E-B5A7-4223-8D24-9C7E123BD783}"/>
              </a:ext>
            </a:extLst>
          </p:cNvPr>
          <p:cNvSpPr txBox="1"/>
          <p:nvPr/>
        </p:nvSpPr>
        <p:spPr>
          <a:xfrm>
            <a:off x="3201323" y="4181596"/>
            <a:ext cx="167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i="0" dirty="0">
                <a:effectLst/>
                <a:latin typeface="+mn-ea"/>
              </a:rPr>
              <a:t>信号传输至路由器等网络设备（配置在工作现场的）</a:t>
            </a:r>
            <a:endParaRPr kumimoji="1" lang="zh-CN" altLang="en-US" sz="1200" dirty="0"/>
          </a:p>
        </p:txBody>
      </p:sp>
      <p:cxnSp>
        <p:nvCxnSpPr>
          <p:cNvPr id="19" name="直线连接符 5">
            <a:extLst>
              <a:ext uri="{FF2B5EF4-FFF2-40B4-BE49-F238E27FC236}">
                <a16:creationId xmlns:a16="http://schemas.microsoft.com/office/drawing/2014/main" id="{9047F619-8251-4DEF-987C-C5AEAAC52AC1}"/>
              </a:ext>
            </a:extLst>
          </p:cNvPr>
          <p:cNvCxnSpPr>
            <a:cxnSpLocks/>
          </p:cNvCxnSpPr>
          <p:nvPr/>
        </p:nvCxnSpPr>
        <p:spPr>
          <a:xfrm>
            <a:off x="4001715" y="2259929"/>
            <a:ext cx="3028338" cy="10565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6AE30A9-17CE-4625-93AC-E8EF3FBF6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347" y="1662943"/>
            <a:ext cx="1250652" cy="103009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27DAD04-62F9-480B-80A0-B90EF6A10902}"/>
              </a:ext>
            </a:extLst>
          </p:cNvPr>
          <p:cNvSpPr txBox="1"/>
          <p:nvPr/>
        </p:nvSpPr>
        <p:spPr>
          <a:xfrm>
            <a:off x="4621139" y="1543631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i="0" dirty="0">
                <a:solidFill>
                  <a:srgbClr val="7030A0"/>
                </a:solidFill>
                <a:effectLst/>
                <a:latin typeface="+mn-ea"/>
              </a:rPr>
              <a:t>传输至云端服务器</a:t>
            </a:r>
            <a:endParaRPr kumimoji="1" lang="zh-CN" altLang="en-US" sz="1050" dirty="0">
              <a:solidFill>
                <a:srgbClr val="7030A0"/>
              </a:solidFill>
            </a:endParaRPr>
          </a:p>
        </p:txBody>
      </p:sp>
      <p:cxnSp>
        <p:nvCxnSpPr>
          <p:cNvPr id="22" name="直线连接符 5">
            <a:extLst>
              <a:ext uri="{FF2B5EF4-FFF2-40B4-BE49-F238E27FC236}">
                <a16:creationId xmlns:a16="http://schemas.microsoft.com/office/drawing/2014/main" id="{C4788FC4-3BC2-4012-A3C7-8A09094B5C0F}"/>
              </a:ext>
            </a:extLst>
          </p:cNvPr>
          <p:cNvCxnSpPr>
            <a:cxnSpLocks/>
          </p:cNvCxnSpPr>
          <p:nvPr/>
        </p:nvCxnSpPr>
        <p:spPr>
          <a:xfrm flipV="1">
            <a:off x="8262301" y="2304692"/>
            <a:ext cx="2244566" cy="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64607078-E396-4721-A3DF-FF2657A24D6A}"/>
              </a:ext>
            </a:extLst>
          </p:cNvPr>
          <p:cNvCxnSpPr>
            <a:cxnSpLocks/>
          </p:cNvCxnSpPr>
          <p:nvPr/>
        </p:nvCxnSpPr>
        <p:spPr>
          <a:xfrm flipV="1">
            <a:off x="10506867" y="2329287"/>
            <a:ext cx="0" cy="9330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9FB36FA-CC1F-4ABA-8262-90AB19FEAB5D}"/>
              </a:ext>
            </a:extLst>
          </p:cNvPr>
          <p:cNvSpPr txBox="1"/>
          <p:nvPr/>
        </p:nvSpPr>
        <p:spPr>
          <a:xfrm>
            <a:off x="6476045" y="3596908"/>
            <a:ext cx="22445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b="1" dirty="0"/>
              <a:t>各项指标参数跟踪与计算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483D8BA-6C2D-4637-BA92-437D07092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291563" y="3921912"/>
            <a:ext cx="2061186" cy="53745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6219358-2483-4140-BDC7-6B7711692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74612" y="4576318"/>
            <a:ext cx="555441" cy="53745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86FBE05-A484-4573-8828-7B4FCDA78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4206" y="4527666"/>
            <a:ext cx="754040" cy="68876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D2DBF5B-D560-44A0-BA86-424848C9AD26}"/>
              </a:ext>
            </a:extLst>
          </p:cNvPr>
          <p:cNvSpPr txBox="1"/>
          <p:nvPr/>
        </p:nvSpPr>
        <p:spPr>
          <a:xfrm>
            <a:off x="6599918" y="3245317"/>
            <a:ext cx="16723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050" b="1" dirty="0">
                <a:solidFill>
                  <a:srgbClr val="FF0000"/>
                </a:solidFill>
              </a:rPr>
              <a:t>模型</a:t>
            </a:r>
            <a:r>
              <a:rPr kumimoji="1" lang="en-US" altLang="zh-CN" sz="1050" b="1" dirty="0">
                <a:solidFill>
                  <a:srgbClr val="FF0000"/>
                </a:solidFill>
              </a:rPr>
              <a:t>/</a:t>
            </a:r>
            <a:r>
              <a:rPr kumimoji="1" lang="zh-CN" altLang="en-US" sz="1050" b="1" dirty="0">
                <a:solidFill>
                  <a:srgbClr val="FF0000"/>
                </a:solidFill>
              </a:rPr>
              <a:t>核心算法</a:t>
            </a:r>
            <a:endParaRPr kumimoji="1" lang="en-US" altLang="zh-CN" sz="1050" b="1" dirty="0">
              <a:solidFill>
                <a:srgbClr val="FF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BF42367-06F6-4E6B-8BD2-6F3A94772F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4236" y="1377230"/>
            <a:ext cx="817865" cy="1611406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8433143-B2B2-4A4E-97BE-B7844AC0CD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4236" y="3171702"/>
            <a:ext cx="764092" cy="1805594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862DBC5-AE5D-46AB-84D9-16C9FBE15A95}"/>
              </a:ext>
            </a:extLst>
          </p:cNvPr>
          <p:cNvCxnSpPr>
            <a:cxnSpLocks/>
          </p:cNvCxnSpPr>
          <p:nvPr/>
        </p:nvCxnSpPr>
        <p:spPr>
          <a:xfrm flipH="1">
            <a:off x="2518858" y="1403418"/>
            <a:ext cx="5115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2AA52752-4BA1-4BCE-8CBF-F7339D89E340}"/>
              </a:ext>
            </a:extLst>
          </p:cNvPr>
          <p:cNvSpPr txBox="1"/>
          <p:nvPr/>
        </p:nvSpPr>
        <p:spPr>
          <a:xfrm>
            <a:off x="110471" y="1931053"/>
            <a:ext cx="1267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rgbClr val="7030A0"/>
                </a:solidFill>
              </a:rPr>
              <a:t>心率检测</a:t>
            </a:r>
            <a:endParaRPr kumimoji="1" lang="en-US" altLang="zh-CN" sz="1100" b="1" dirty="0">
              <a:solidFill>
                <a:srgbClr val="7030A0"/>
              </a:solidFill>
            </a:endParaRPr>
          </a:p>
          <a:p>
            <a:pPr algn="ctr"/>
            <a:r>
              <a:rPr kumimoji="1" lang="zh-CN" altLang="en-US" sz="1100" b="1" dirty="0">
                <a:solidFill>
                  <a:srgbClr val="7030A0"/>
                </a:solidFill>
              </a:rPr>
              <a:t>血氧检测</a:t>
            </a:r>
            <a:endParaRPr kumimoji="1" lang="en-US" altLang="zh-CN" sz="1100" b="1" dirty="0">
              <a:solidFill>
                <a:srgbClr val="7030A0"/>
              </a:solidFill>
            </a:endParaRPr>
          </a:p>
          <a:p>
            <a:pPr algn="ctr"/>
            <a:endParaRPr kumimoji="1" lang="en-US" altLang="zh-CN" sz="1100" b="1" dirty="0">
              <a:solidFill>
                <a:srgbClr val="FF0000"/>
              </a:solidFill>
            </a:endParaRPr>
          </a:p>
          <a:p>
            <a:pPr algn="ctr"/>
            <a:endParaRPr kumimoji="1" lang="en-US" altLang="zh-CN" sz="11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DA5ACE-1342-4EB5-97F9-17580EE2BAAD}"/>
              </a:ext>
            </a:extLst>
          </p:cNvPr>
          <p:cNvSpPr/>
          <p:nvPr/>
        </p:nvSpPr>
        <p:spPr>
          <a:xfrm>
            <a:off x="4765921" y="1069453"/>
            <a:ext cx="33110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7030A0"/>
                </a:solidFill>
              </a:rPr>
              <a:t>在终端实现预警和反馈信息提示</a:t>
            </a:r>
            <a:endParaRPr kumimoji="1" lang="en-US" altLang="zh-CN" sz="1400" b="1" dirty="0">
              <a:solidFill>
                <a:srgbClr val="7030A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E8FA9E4-14C0-4412-B855-8F15B1B1D689}"/>
              </a:ext>
            </a:extLst>
          </p:cNvPr>
          <p:cNvSpPr/>
          <p:nvPr/>
        </p:nvSpPr>
        <p:spPr>
          <a:xfrm>
            <a:off x="88777" y="1091953"/>
            <a:ext cx="4779262" cy="424903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543DA8C-FDB8-4DA3-8CC8-67D0E34A6C07}"/>
              </a:ext>
            </a:extLst>
          </p:cNvPr>
          <p:cNvSpPr/>
          <p:nvPr/>
        </p:nvSpPr>
        <p:spPr>
          <a:xfrm>
            <a:off x="159165" y="954398"/>
            <a:ext cx="2876424" cy="30777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</a:rPr>
              <a:t>数据采集层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365DCA1-19E3-406F-B224-397AB885FC31}"/>
              </a:ext>
            </a:extLst>
          </p:cNvPr>
          <p:cNvGrpSpPr/>
          <p:nvPr/>
        </p:nvGrpSpPr>
        <p:grpSpPr>
          <a:xfrm>
            <a:off x="9206440" y="3349549"/>
            <a:ext cx="2774830" cy="2175998"/>
            <a:chOff x="9266465" y="3428740"/>
            <a:chExt cx="2774830" cy="217599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01D5CA43-E088-4EC5-944A-D2A5EB02F8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6465" y="3428740"/>
              <a:ext cx="2774830" cy="2175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F3CAABA3-C73F-4262-BBB3-40F65E31A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754585" y="3530128"/>
              <a:ext cx="1812279" cy="1047978"/>
            </a:xfrm>
            <a:prstGeom prst="rect">
              <a:avLst/>
            </a:prstGeom>
          </p:spPr>
        </p:pic>
      </p:grpSp>
      <p:cxnSp>
        <p:nvCxnSpPr>
          <p:cNvPr id="55" name="直线连接符 5">
            <a:extLst>
              <a:ext uri="{FF2B5EF4-FFF2-40B4-BE49-F238E27FC236}">
                <a16:creationId xmlns:a16="http://schemas.microsoft.com/office/drawing/2014/main" id="{C8C51273-9D84-405D-94EA-5FE2BD55ADEB}"/>
              </a:ext>
            </a:extLst>
          </p:cNvPr>
          <p:cNvCxnSpPr>
            <a:cxnSpLocks/>
          </p:cNvCxnSpPr>
          <p:nvPr/>
        </p:nvCxnSpPr>
        <p:spPr>
          <a:xfrm flipV="1">
            <a:off x="2458496" y="1793779"/>
            <a:ext cx="4614851" cy="0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">
            <a:extLst>
              <a:ext uri="{FF2B5EF4-FFF2-40B4-BE49-F238E27FC236}">
                <a16:creationId xmlns:a16="http://schemas.microsoft.com/office/drawing/2014/main" id="{07D48234-8228-4F37-AF5D-52ADD7766D3E}"/>
              </a:ext>
            </a:extLst>
          </p:cNvPr>
          <p:cNvCxnSpPr>
            <a:cxnSpLocks/>
          </p:cNvCxnSpPr>
          <p:nvPr/>
        </p:nvCxnSpPr>
        <p:spPr>
          <a:xfrm flipV="1">
            <a:off x="2361469" y="3759258"/>
            <a:ext cx="116581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22C17F7F-5018-49EA-BA28-AEF21F450ED4}"/>
              </a:ext>
            </a:extLst>
          </p:cNvPr>
          <p:cNvSpPr txBox="1"/>
          <p:nvPr/>
        </p:nvSpPr>
        <p:spPr>
          <a:xfrm>
            <a:off x="4637409" y="2280122"/>
            <a:ext cx="2204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i="0" dirty="0">
                <a:effectLst/>
                <a:latin typeface="+mn-ea"/>
              </a:rPr>
              <a:t>传输至云端服务器</a:t>
            </a:r>
            <a:endParaRPr kumimoji="1" lang="zh-CN" altLang="en-US" sz="1050" dirty="0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15B4906-6076-4507-B9E8-196C28ECB25E}"/>
              </a:ext>
            </a:extLst>
          </p:cNvPr>
          <p:cNvCxnSpPr/>
          <p:nvPr/>
        </p:nvCxnSpPr>
        <p:spPr>
          <a:xfrm>
            <a:off x="7634796" y="1397493"/>
            <a:ext cx="0" cy="324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60A8B3B8-A75D-4654-81BA-31FFB2B89CC5}"/>
              </a:ext>
            </a:extLst>
          </p:cNvPr>
          <p:cNvSpPr/>
          <p:nvPr/>
        </p:nvSpPr>
        <p:spPr>
          <a:xfrm>
            <a:off x="6277498" y="3001520"/>
            <a:ext cx="2172091" cy="23394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CAFA6CD5-BC8D-4D7D-A54B-E47A13C73095}"/>
              </a:ext>
            </a:extLst>
          </p:cNvPr>
          <p:cNvCxnSpPr>
            <a:cxnSpLocks/>
          </p:cNvCxnSpPr>
          <p:nvPr/>
        </p:nvCxnSpPr>
        <p:spPr>
          <a:xfrm>
            <a:off x="8077241" y="1082558"/>
            <a:ext cx="0" cy="589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13DD0CA-01B6-479F-A64F-47335B93360B}"/>
              </a:ext>
            </a:extLst>
          </p:cNvPr>
          <p:cNvCxnSpPr>
            <a:cxnSpLocks/>
          </p:cNvCxnSpPr>
          <p:nvPr/>
        </p:nvCxnSpPr>
        <p:spPr>
          <a:xfrm flipH="1" flipV="1">
            <a:off x="8077010" y="1082558"/>
            <a:ext cx="3330796" cy="9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B01CD91-00D0-43E5-B826-0EFFBCFF25A6}"/>
              </a:ext>
            </a:extLst>
          </p:cNvPr>
          <p:cNvCxnSpPr>
            <a:cxnSpLocks/>
          </p:cNvCxnSpPr>
          <p:nvPr/>
        </p:nvCxnSpPr>
        <p:spPr>
          <a:xfrm>
            <a:off x="11407806" y="1108286"/>
            <a:ext cx="0" cy="2241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739A8EC6-422E-450A-9A02-78A30CC57D21}"/>
              </a:ext>
            </a:extLst>
          </p:cNvPr>
          <p:cNvSpPr/>
          <p:nvPr/>
        </p:nvSpPr>
        <p:spPr>
          <a:xfrm>
            <a:off x="9284762" y="1119743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400" kern="100" dirty="0">
                <a:solidFill>
                  <a:srgbClr val="7030A0"/>
                </a:solidFill>
                <a:latin typeface="Calibri" panose="020F050202020403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预警处理</a:t>
            </a:r>
            <a:endParaRPr lang="zh-CN" altLang="zh-CN" sz="1400" kern="100" dirty="0">
              <a:solidFill>
                <a:srgbClr val="7030A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8D64EEB-8E92-4F36-BB35-A63CDEE7DA82}"/>
              </a:ext>
            </a:extLst>
          </p:cNvPr>
          <p:cNvSpPr/>
          <p:nvPr/>
        </p:nvSpPr>
        <p:spPr>
          <a:xfrm>
            <a:off x="6377093" y="2904659"/>
            <a:ext cx="1165680" cy="30777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</a:rPr>
              <a:t>运算处理层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6FF477D-3A56-4EF9-8884-35F6F190DE16}"/>
              </a:ext>
            </a:extLst>
          </p:cNvPr>
          <p:cNvSpPr/>
          <p:nvPr/>
        </p:nvSpPr>
        <p:spPr>
          <a:xfrm>
            <a:off x="8895388" y="3108482"/>
            <a:ext cx="1165680" cy="30777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</a:rPr>
              <a:t>实时管理层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A4D4781-84E1-4CDE-BC28-9BC95EF811AC}"/>
              </a:ext>
            </a:extLst>
          </p:cNvPr>
          <p:cNvCxnSpPr>
            <a:cxnSpLocks/>
          </p:cNvCxnSpPr>
          <p:nvPr/>
        </p:nvCxnSpPr>
        <p:spPr>
          <a:xfrm flipV="1">
            <a:off x="8483231" y="4169419"/>
            <a:ext cx="10286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形 51" descr="Wi-Fi 轮廓">
            <a:extLst>
              <a:ext uri="{FF2B5EF4-FFF2-40B4-BE49-F238E27FC236}">
                <a16:creationId xmlns:a16="http://schemas.microsoft.com/office/drawing/2014/main" id="{E2B6D7F4-2DFF-4998-9D5C-7B1CA7D1B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97494" y="2449781"/>
            <a:ext cx="756529" cy="881262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E7B39535-839C-4E11-9427-C1C28003B8B1}"/>
              </a:ext>
            </a:extLst>
          </p:cNvPr>
          <p:cNvSpPr/>
          <p:nvPr/>
        </p:nvSpPr>
        <p:spPr>
          <a:xfrm>
            <a:off x="187272" y="1417042"/>
            <a:ext cx="11121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智能可穿戴设备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908122-0957-17A5-4C04-383ABFCE4B5A}"/>
              </a:ext>
            </a:extLst>
          </p:cNvPr>
          <p:cNvSpPr/>
          <p:nvPr/>
        </p:nvSpPr>
        <p:spPr>
          <a:xfrm>
            <a:off x="642850" y="2760369"/>
            <a:ext cx="111210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solidFill>
                  <a:srgbClr val="FF0000"/>
                </a:solidFill>
              </a:rPr>
              <a:t>智能手表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770D54-9BCF-FA6F-A374-ABCAEF351CC5}"/>
              </a:ext>
            </a:extLst>
          </p:cNvPr>
          <p:cNvSpPr/>
          <p:nvPr/>
        </p:nvSpPr>
        <p:spPr>
          <a:xfrm>
            <a:off x="679759" y="4714238"/>
            <a:ext cx="11121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0000"/>
                </a:solidFill>
              </a:rPr>
              <a:t>IMU</a:t>
            </a:r>
            <a:r>
              <a:rPr lang="zh-CN" altLang="en-US" sz="1050" b="1" dirty="0">
                <a:solidFill>
                  <a:srgbClr val="FF0000"/>
                </a:solidFill>
              </a:rPr>
              <a:t>传感器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DB761B-6D34-BF5B-3D81-DCB1AC82DCFE}"/>
              </a:ext>
            </a:extLst>
          </p:cNvPr>
          <p:cNvSpPr txBox="1"/>
          <p:nvPr/>
        </p:nvSpPr>
        <p:spPr>
          <a:xfrm>
            <a:off x="2758205" y="2479853"/>
            <a:ext cx="890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4G</a:t>
            </a:r>
            <a:endParaRPr lang="zh-CN" altLang="en-US" sz="1200" b="1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2CD8BD6-7BDE-EEFD-3464-396C0C4746DC}"/>
              </a:ext>
            </a:extLst>
          </p:cNvPr>
          <p:cNvCxnSpPr>
            <a:cxnSpLocks/>
          </p:cNvCxnSpPr>
          <p:nvPr/>
        </p:nvCxnSpPr>
        <p:spPr>
          <a:xfrm>
            <a:off x="8118246" y="2727307"/>
            <a:ext cx="0" cy="220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C20480B-B259-3164-11EB-E29E124081F5}"/>
              </a:ext>
            </a:extLst>
          </p:cNvPr>
          <p:cNvCxnSpPr>
            <a:cxnSpLocks/>
          </p:cNvCxnSpPr>
          <p:nvPr/>
        </p:nvCxnSpPr>
        <p:spPr>
          <a:xfrm flipH="1" flipV="1">
            <a:off x="7918717" y="2726520"/>
            <a:ext cx="1654" cy="20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8687B47-5E93-E59E-3133-75BA446FD6DE}"/>
              </a:ext>
            </a:extLst>
          </p:cNvPr>
          <p:cNvSpPr txBox="1"/>
          <p:nvPr/>
        </p:nvSpPr>
        <p:spPr>
          <a:xfrm>
            <a:off x="447221" y="-35781"/>
            <a:ext cx="1273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系统设计</a:t>
            </a:r>
          </a:p>
        </p:txBody>
      </p:sp>
    </p:spTree>
    <p:extLst>
      <p:ext uri="{BB962C8B-B14F-4D97-AF65-F5344CB8AC3E}">
        <p14:creationId xmlns:p14="http://schemas.microsoft.com/office/powerpoint/2010/main" val="321667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945C12B5-7425-47FA-B12E-AF9F3175F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23703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5505E8A-B175-447D-89B3-B237852BF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419" y="5069770"/>
            <a:ext cx="2926396" cy="1781754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C651E1-9916-49FC-B82B-DF16563E3CF1}"/>
              </a:ext>
            </a:extLst>
          </p:cNvPr>
          <p:cNvCxnSpPr/>
          <p:nvPr/>
        </p:nvCxnSpPr>
        <p:spPr>
          <a:xfrm>
            <a:off x="6496452" y="5058165"/>
            <a:ext cx="6330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526F75A-9924-461D-BF01-6F19D77FB98D}"/>
              </a:ext>
            </a:extLst>
          </p:cNvPr>
          <p:cNvSpPr txBox="1"/>
          <p:nvPr/>
        </p:nvSpPr>
        <p:spPr>
          <a:xfrm>
            <a:off x="6374516" y="4691023"/>
            <a:ext cx="1698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sliding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window</a:t>
            </a:r>
            <a:endParaRPr lang="zh-CN" altLang="en-US" sz="16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8A3D3B-CE6A-4FBF-ABC3-8EB788BBB3BF}"/>
              </a:ext>
            </a:extLst>
          </p:cNvPr>
          <p:cNvSpPr txBox="1"/>
          <p:nvPr/>
        </p:nvSpPr>
        <p:spPr>
          <a:xfrm>
            <a:off x="2659296" y="3111351"/>
            <a:ext cx="714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WIFI</a:t>
            </a:r>
            <a:r>
              <a:rPr lang="zh-CN" altLang="en-US" sz="1600" dirty="0">
                <a:solidFill>
                  <a:srgbClr val="FF0000"/>
                </a:solidFill>
              </a:rPr>
              <a:t>？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A2134C3-013B-4387-81DC-28BB14687B8B}"/>
              </a:ext>
            </a:extLst>
          </p:cNvPr>
          <p:cNvGrpSpPr/>
          <p:nvPr/>
        </p:nvGrpSpPr>
        <p:grpSpPr>
          <a:xfrm>
            <a:off x="1894564" y="305005"/>
            <a:ext cx="714694" cy="1523999"/>
            <a:chOff x="2844799" y="1947333"/>
            <a:chExt cx="1016000" cy="152399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B26B3A9-C739-455C-A7B3-042F6A8945E6}"/>
                </a:ext>
              </a:extLst>
            </p:cNvPr>
            <p:cNvSpPr/>
            <p:nvPr/>
          </p:nvSpPr>
          <p:spPr>
            <a:xfrm>
              <a:off x="2844799" y="1947333"/>
              <a:ext cx="1016000" cy="152399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矩形: 圆角 4">
              <a:extLst>
                <a:ext uri="{FF2B5EF4-FFF2-40B4-BE49-F238E27FC236}">
                  <a16:creationId xmlns:a16="http://schemas.microsoft.com/office/drawing/2014/main" id="{61DE1995-41F3-467E-A26A-E9EEE8300FD9}"/>
                </a:ext>
              </a:extLst>
            </p:cNvPr>
            <p:cNvSpPr txBox="1"/>
            <p:nvPr/>
          </p:nvSpPr>
          <p:spPr>
            <a:xfrm>
              <a:off x="2874557" y="1977091"/>
              <a:ext cx="956484" cy="14644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200" b="1" kern="1200" dirty="0">
                  <a:solidFill>
                    <a:srgbClr val="FF0000"/>
                  </a:solidFill>
                </a:rPr>
                <a:t>WATCH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>
                  <a:solidFill>
                    <a:schemeClr val="tx1"/>
                  </a:solidFill>
                </a:rPr>
                <a:t>HR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SPO2</a:t>
              </a:r>
              <a:endParaRPr lang="zh-CN" altLang="en-US" sz="1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B5EC2C-2CD4-494E-A9D8-1FAA8967BE07}"/>
              </a:ext>
            </a:extLst>
          </p:cNvPr>
          <p:cNvGrpSpPr/>
          <p:nvPr/>
        </p:nvGrpSpPr>
        <p:grpSpPr>
          <a:xfrm rot="2829136">
            <a:off x="2713723" y="1141672"/>
            <a:ext cx="251968" cy="349872"/>
            <a:chOff x="1125184" y="1758548"/>
            <a:chExt cx="251968" cy="349872"/>
          </a:xfrm>
        </p:grpSpPr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53DE2917-3415-4EE0-B7EB-8E5F61704774}"/>
                </a:ext>
              </a:extLst>
            </p:cNvPr>
            <p:cNvSpPr/>
            <p:nvPr/>
          </p:nvSpPr>
          <p:spPr>
            <a:xfrm rot="18826053">
              <a:off x="1076232" y="1807500"/>
              <a:ext cx="349872" cy="25196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箭头: 右 4">
              <a:extLst>
                <a:ext uri="{FF2B5EF4-FFF2-40B4-BE49-F238E27FC236}">
                  <a16:creationId xmlns:a16="http://schemas.microsoft.com/office/drawing/2014/main" id="{E1BBB617-262C-4240-8948-7467F983A770}"/>
                </a:ext>
              </a:extLst>
            </p:cNvPr>
            <p:cNvSpPr txBox="1"/>
            <p:nvPr/>
          </p:nvSpPr>
          <p:spPr>
            <a:xfrm rot="18826053">
              <a:off x="1087883" y="1885188"/>
              <a:ext cx="274282" cy="1511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900" kern="120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08AEC42-EB78-44CE-8025-AC8CB52E0C1E}"/>
              </a:ext>
            </a:extLst>
          </p:cNvPr>
          <p:cNvSpPr txBox="1"/>
          <p:nvPr/>
        </p:nvSpPr>
        <p:spPr>
          <a:xfrm>
            <a:off x="2610526" y="923681"/>
            <a:ext cx="659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4G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35777D-B766-4CD1-84F8-ECCB6250B446}"/>
              </a:ext>
            </a:extLst>
          </p:cNvPr>
          <p:cNvSpPr txBox="1"/>
          <p:nvPr/>
        </p:nvSpPr>
        <p:spPr>
          <a:xfrm>
            <a:off x="3269981" y="3111351"/>
            <a:ext cx="956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MQTT</a:t>
            </a:r>
            <a:endParaRPr lang="zh-CN" altLang="en-US" sz="16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8A3A9A-3DD8-4CF8-9F58-CEA606F1AFB3}"/>
              </a:ext>
            </a:extLst>
          </p:cNvPr>
          <p:cNvSpPr txBox="1"/>
          <p:nvPr/>
        </p:nvSpPr>
        <p:spPr>
          <a:xfrm>
            <a:off x="-27035" y="510029"/>
            <a:ext cx="170960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打开手表</a:t>
            </a:r>
            <a:r>
              <a:rPr lang="en-US" altLang="zh-CN" dirty="0"/>
              <a:t>APP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08893A-8CB4-431D-B04C-75E633B7AB3A}"/>
              </a:ext>
            </a:extLst>
          </p:cNvPr>
          <p:cNvSpPr txBox="1"/>
          <p:nvPr/>
        </p:nvSpPr>
        <p:spPr>
          <a:xfrm>
            <a:off x="-6939" y="264364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IMU</a:t>
            </a:r>
            <a:r>
              <a:rPr lang="zh-CN" altLang="en-US" dirty="0"/>
              <a:t>传感器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8B5453-66FD-4158-A7B2-519A74AFFBDA}"/>
              </a:ext>
            </a:extLst>
          </p:cNvPr>
          <p:cNvSpPr txBox="1"/>
          <p:nvPr/>
        </p:nvSpPr>
        <p:spPr>
          <a:xfrm>
            <a:off x="-6939" y="351676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IMU</a:t>
            </a:r>
            <a:r>
              <a:rPr lang="zh-CN" altLang="en-US" dirty="0"/>
              <a:t>（自动）连接路由器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6DA87E-462C-4946-9C2C-F2616EB2D979}"/>
              </a:ext>
            </a:extLst>
          </p:cNvPr>
          <p:cNvSpPr txBox="1"/>
          <p:nvPr/>
        </p:nvSpPr>
        <p:spPr>
          <a:xfrm>
            <a:off x="3852371" y="1456720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PC</a:t>
            </a:r>
            <a:r>
              <a:rPr lang="zh-CN" altLang="en-US" dirty="0"/>
              <a:t>端的</a:t>
            </a:r>
            <a:r>
              <a:rPr lang="en-US" altLang="zh-CN" dirty="0"/>
              <a:t>QT ALPHA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9137E7-CCA4-4549-9D0D-3002546833A5}"/>
              </a:ext>
            </a:extLst>
          </p:cNvPr>
          <p:cNvSpPr txBox="1"/>
          <p:nvPr/>
        </p:nvSpPr>
        <p:spPr>
          <a:xfrm>
            <a:off x="9641154" y="86509"/>
            <a:ext cx="1512516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被监测用户行为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7D5127-A6E8-43FE-B508-3E1AD9D2F837}"/>
              </a:ext>
            </a:extLst>
          </p:cNvPr>
          <p:cNvSpPr txBox="1"/>
          <p:nvPr/>
        </p:nvSpPr>
        <p:spPr>
          <a:xfrm>
            <a:off x="9640264" y="403087"/>
            <a:ext cx="1512515" cy="26161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管理者用户行为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BD3B96-DF02-44FE-998F-5E830991B475}"/>
              </a:ext>
            </a:extLst>
          </p:cNvPr>
          <p:cNvSpPr txBox="1"/>
          <p:nvPr/>
        </p:nvSpPr>
        <p:spPr>
          <a:xfrm>
            <a:off x="-6939" y="2189046"/>
            <a:ext cx="156443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打开路由器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B44C85-D536-46F9-81A6-FAF0617B24F4}"/>
              </a:ext>
            </a:extLst>
          </p:cNvPr>
          <p:cNvSpPr txBox="1"/>
          <p:nvPr/>
        </p:nvSpPr>
        <p:spPr>
          <a:xfrm>
            <a:off x="5456799" y="1456719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开始数据采集</a:t>
            </a:r>
            <a:r>
              <a:rPr lang="en-US" altLang="zh-CN" dirty="0"/>
              <a:t>/</a:t>
            </a:r>
            <a:r>
              <a:rPr lang="zh-CN" altLang="en-US" dirty="0"/>
              <a:t>监听</a:t>
            </a:r>
          </a:p>
        </p:txBody>
      </p:sp>
    </p:spTree>
    <p:extLst>
      <p:ext uri="{BB962C8B-B14F-4D97-AF65-F5344CB8AC3E}">
        <p14:creationId xmlns:p14="http://schemas.microsoft.com/office/powerpoint/2010/main" val="100872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90F9FBC-09F2-EDBA-E122-07C5B1B5C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353283"/>
              </p:ext>
            </p:extLst>
          </p:nvPr>
        </p:nvGraphicFramePr>
        <p:xfrm>
          <a:off x="595086" y="2207624"/>
          <a:ext cx="10106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46">
                  <a:extLst>
                    <a:ext uri="{9D8B030D-6E8A-4147-A177-3AD203B41FA5}">
                      <a16:colId xmlns:a16="http://schemas.microsoft.com/office/drawing/2014/main" val="111606323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0007387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3726740813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239623905"/>
                    </a:ext>
                  </a:extLst>
                </a:gridCol>
                <a:gridCol w="1723277">
                  <a:extLst>
                    <a:ext uri="{9D8B030D-6E8A-4147-A177-3AD203B41FA5}">
                      <a16:colId xmlns:a16="http://schemas.microsoft.com/office/drawing/2014/main" val="3258877990"/>
                    </a:ext>
                  </a:extLst>
                </a:gridCol>
                <a:gridCol w="1314420">
                  <a:extLst>
                    <a:ext uri="{9D8B030D-6E8A-4147-A177-3AD203B41FA5}">
                      <a16:colId xmlns:a16="http://schemas.microsoft.com/office/drawing/2014/main" val="3876460586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3663593861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758838779"/>
                    </a:ext>
                  </a:extLst>
                </a:gridCol>
                <a:gridCol w="1189634">
                  <a:extLst>
                    <a:ext uri="{9D8B030D-6E8A-4147-A177-3AD203B41FA5}">
                      <a16:colId xmlns:a16="http://schemas.microsoft.com/office/drawing/2014/main" val="2752808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5796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姓名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年龄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性别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工作开始时间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工作时长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心率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血氧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疲劳指数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46805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FCA4A379-4A38-8EC1-C00A-20EEFCA0F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851137"/>
              </p:ext>
            </p:extLst>
          </p:nvPr>
        </p:nvGraphicFramePr>
        <p:xfrm>
          <a:off x="595086" y="2787289"/>
          <a:ext cx="1010647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46">
                  <a:extLst>
                    <a:ext uri="{9D8B030D-6E8A-4147-A177-3AD203B41FA5}">
                      <a16:colId xmlns:a16="http://schemas.microsoft.com/office/drawing/2014/main" val="111606323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0007387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3726740813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239623905"/>
                    </a:ext>
                  </a:extLst>
                </a:gridCol>
                <a:gridCol w="1723277">
                  <a:extLst>
                    <a:ext uri="{9D8B030D-6E8A-4147-A177-3AD203B41FA5}">
                      <a16:colId xmlns:a16="http://schemas.microsoft.com/office/drawing/2014/main" val="3258877990"/>
                    </a:ext>
                  </a:extLst>
                </a:gridCol>
                <a:gridCol w="1314420">
                  <a:extLst>
                    <a:ext uri="{9D8B030D-6E8A-4147-A177-3AD203B41FA5}">
                      <a16:colId xmlns:a16="http://schemas.microsoft.com/office/drawing/2014/main" val="3876460586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3663593861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758838779"/>
                    </a:ext>
                  </a:extLst>
                </a:gridCol>
                <a:gridCol w="1189634">
                  <a:extLst>
                    <a:ext uri="{9D8B030D-6E8A-4147-A177-3AD203B41FA5}">
                      <a16:colId xmlns:a16="http://schemas.microsoft.com/office/drawing/2014/main" val="2752808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5796804"/>
                    </a:ext>
                  </a:extLst>
                </a:gridCol>
              </a:tblGrid>
              <a:tr h="235857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张三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男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钢筋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08:12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03:23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468052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3CFBCB62-DA62-24F2-E586-456C6E609BA9}"/>
              </a:ext>
            </a:extLst>
          </p:cNvPr>
          <p:cNvSpPr/>
          <p:nvPr/>
        </p:nvSpPr>
        <p:spPr>
          <a:xfrm>
            <a:off x="502920" y="359229"/>
            <a:ext cx="10365377" cy="6191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59FFD44-0756-FFE4-96B5-86ED90D03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428208"/>
              </p:ext>
            </p:extLst>
          </p:nvPr>
        </p:nvGraphicFramePr>
        <p:xfrm>
          <a:off x="595086" y="3250475"/>
          <a:ext cx="10106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46">
                  <a:extLst>
                    <a:ext uri="{9D8B030D-6E8A-4147-A177-3AD203B41FA5}">
                      <a16:colId xmlns:a16="http://schemas.microsoft.com/office/drawing/2014/main" val="111606323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0007387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3726740813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239623905"/>
                    </a:ext>
                  </a:extLst>
                </a:gridCol>
                <a:gridCol w="1723277">
                  <a:extLst>
                    <a:ext uri="{9D8B030D-6E8A-4147-A177-3AD203B41FA5}">
                      <a16:colId xmlns:a16="http://schemas.microsoft.com/office/drawing/2014/main" val="3258877990"/>
                    </a:ext>
                  </a:extLst>
                </a:gridCol>
                <a:gridCol w="1314420">
                  <a:extLst>
                    <a:ext uri="{9D8B030D-6E8A-4147-A177-3AD203B41FA5}">
                      <a16:colId xmlns:a16="http://schemas.microsoft.com/office/drawing/2014/main" val="3876460586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3663593861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758838779"/>
                    </a:ext>
                  </a:extLst>
                </a:gridCol>
                <a:gridCol w="1189634">
                  <a:extLst>
                    <a:ext uri="{9D8B030D-6E8A-4147-A177-3AD203B41FA5}">
                      <a16:colId xmlns:a16="http://schemas.microsoft.com/office/drawing/2014/main" val="2752808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5796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张四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男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钢筋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08:21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03:09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468052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4B94A615-5E79-1038-0275-B3367F879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568312"/>
              </p:ext>
            </p:extLst>
          </p:nvPr>
        </p:nvGraphicFramePr>
        <p:xfrm>
          <a:off x="580119" y="3727633"/>
          <a:ext cx="10106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46">
                  <a:extLst>
                    <a:ext uri="{9D8B030D-6E8A-4147-A177-3AD203B41FA5}">
                      <a16:colId xmlns:a16="http://schemas.microsoft.com/office/drawing/2014/main" val="111606323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00073879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3726740813"/>
                    </a:ext>
                  </a:extLst>
                </a:gridCol>
                <a:gridCol w="721069">
                  <a:extLst>
                    <a:ext uri="{9D8B030D-6E8A-4147-A177-3AD203B41FA5}">
                      <a16:colId xmlns:a16="http://schemas.microsoft.com/office/drawing/2014/main" val="4239623905"/>
                    </a:ext>
                  </a:extLst>
                </a:gridCol>
                <a:gridCol w="1723277">
                  <a:extLst>
                    <a:ext uri="{9D8B030D-6E8A-4147-A177-3AD203B41FA5}">
                      <a16:colId xmlns:a16="http://schemas.microsoft.com/office/drawing/2014/main" val="3258877990"/>
                    </a:ext>
                  </a:extLst>
                </a:gridCol>
                <a:gridCol w="1314420">
                  <a:extLst>
                    <a:ext uri="{9D8B030D-6E8A-4147-A177-3AD203B41FA5}">
                      <a16:colId xmlns:a16="http://schemas.microsoft.com/office/drawing/2014/main" val="3876460586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3663593861"/>
                    </a:ext>
                  </a:extLst>
                </a:gridCol>
                <a:gridCol w="1022646">
                  <a:extLst>
                    <a:ext uri="{9D8B030D-6E8A-4147-A177-3AD203B41FA5}">
                      <a16:colId xmlns:a16="http://schemas.microsoft.com/office/drawing/2014/main" val="758838779"/>
                    </a:ext>
                  </a:extLst>
                </a:gridCol>
                <a:gridCol w="1189634">
                  <a:extLst>
                    <a:ext uri="{9D8B030D-6E8A-4147-A177-3AD203B41FA5}">
                      <a16:colId xmlns:a16="http://schemas.microsoft.com/office/drawing/2014/main" val="2752808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5796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张五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男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钢筋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08:12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03:23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预警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468052"/>
                  </a:ext>
                </a:extLst>
              </a:tr>
            </a:tbl>
          </a:graphicData>
        </a:graphic>
      </p:graphicFrame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6F9A35-9CFE-9234-5A39-4F208BEB764C}"/>
              </a:ext>
            </a:extLst>
          </p:cNvPr>
          <p:cNvSpPr/>
          <p:nvPr/>
        </p:nvSpPr>
        <p:spPr>
          <a:xfrm>
            <a:off x="595086" y="1611906"/>
            <a:ext cx="1430383" cy="385354"/>
          </a:xfrm>
          <a:prstGeom prst="roundRect">
            <a:avLst/>
          </a:prstGeom>
          <a:solidFill>
            <a:schemeClr val="bg2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连接</a:t>
            </a:r>
            <a:r>
              <a:rPr lang="zh-CN" altLang="en-US" b="1" dirty="0">
                <a:solidFill>
                  <a:srgbClr val="FF0000"/>
                </a:solidFill>
              </a:rPr>
              <a:t>服务器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BCD8B49-3107-0F69-62B1-1A77DCA55D6A}"/>
              </a:ext>
            </a:extLst>
          </p:cNvPr>
          <p:cNvSpPr txBox="1"/>
          <p:nvPr/>
        </p:nvSpPr>
        <p:spPr>
          <a:xfrm>
            <a:off x="580119" y="463731"/>
            <a:ext cx="1010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工效学风险监测系统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93CC54-47E7-752B-5D05-1420D7F70765}"/>
              </a:ext>
            </a:extLst>
          </p:cNvPr>
          <p:cNvSpPr/>
          <p:nvPr/>
        </p:nvSpPr>
        <p:spPr>
          <a:xfrm>
            <a:off x="2304143" y="1596878"/>
            <a:ext cx="1653902" cy="385354"/>
          </a:xfrm>
          <a:prstGeom prst="roundRect">
            <a:avLst/>
          </a:prstGeom>
          <a:solidFill>
            <a:schemeClr val="bg2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数据本地保存</a:t>
            </a:r>
          </a:p>
        </p:txBody>
      </p:sp>
    </p:spTree>
    <p:extLst>
      <p:ext uri="{BB962C8B-B14F-4D97-AF65-F5344CB8AC3E}">
        <p14:creationId xmlns:p14="http://schemas.microsoft.com/office/powerpoint/2010/main" val="198840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461BA6D-0307-3EDD-81D7-FE4CF3C0B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71" y="767244"/>
            <a:ext cx="11116264" cy="575765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7E9CEAD-B0CA-BE98-A480-9EE200227FA8}"/>
              </a:ext>
            </a:extLst>
          </p:cNvPr>
          <p:cNvSpPr/>
          <p:nvPr/>
        </p:nvSpPr>
        <p:spPr>
          <a:xfrm>
            <a:off x="849085" y="1443446"/>
            <a:ext cx="10763795" cy="444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85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7474</TotalTime>
  <Words>218</Words>
  <Application>Microsoft Office PowerPoint</Application>
  <PresentationFormat>宽屏</PresentationFormat>
  <Paragraphs>99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QT ALPHA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 ALPHA</dc:title>
  <dc:creator>xinyao hu</dc:creator>
  <cp:lastModifiedBy>HanHan</cp:lastModifiedBy>
  <cp:revision>3</cp:revision>
  <dcterms:created xsi:type="dcterms:W3CDTF">2023-12-15T04:29:43Z</dcterms:created>
  <dcterms:modified xsi:type="dcterms:W3CDTF">2025-12-23T10:02:19Z</dcterms:modified>
</cp:coreProperties>
</file>